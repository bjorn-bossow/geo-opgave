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2" r:id="rId9"/>
  </p:sldMasterIdLst>
  <p:notesMasterIdLst>
    <p:notesMasterId r:id="rId16"/>
  </p:notesMasterIdLst>
  <p:handoutMasterIdLst>
    <p:handoutMasterId r:id="rId17"/>
  </p:handoutMasterIdLst>
  <p:sldIdLst>
    <p:sldId id="256" r:id="rId10"/>
    <p:sldId id="260" r:id="rId11"/>
    <p:sldId id="262" r:id="rId12"/>
    <p:sldId id="257" r:id="rId13"/>
    <p:sldId id="263" r:id="rId14"/>
    <p:sldId id="264" r:id="rId15"/>
  </p:sldIdLst>
  <p:sldSz cx="12190413" cy="6858000"/>
  <p:notesSz cx="6858000" cy="9144000"/>
  <p:custDataLst>
    <p:tags r:id="rId18"/>
  </p:custDataLst>
  <p:defaultTextStyle>
    <a:defPPr>
      <a:defRPr lang="da-DK"/>
    </a:defPPr>
    <a:lvl1pPr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50000"/>
      </a:spcBef>
      <a:spcAft>
        <a:spcPct val="0"/>
      </a:spcAft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Verdana" pitchFamily="34" charset="0"/>
        <a:ea typeface="ＭＳ Ｐゴシック" pitchFamily="-80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90000"/>
    <a:srgbClr val="000000"/>
    <a:srgbClr val="FFCC00"/>
    <a:srgbClr val="FF6600"/>
    <a:srgbClr val="FF0000"/>
    <a:srgbClr val="FF0099"/>
    <a:srgbClr val="CC3399"/>
    <a:srgbClr val="660066"/>
    <a:srgbClr val="66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 autoAdjust="0"/>
    <p:restoredTop sz="95865" autoAdjust="0"/>
  </p:normalViewPr>
  <p:slideViewPr>
    <p:cSldViewPr showGuides="1">
      <p:cViewPr varScale="1">
        <p:scale>
          <a:sx n="103" d="100"/>
          <a:sy n="103" d="100"/>
        </p:scale>
        <p:origin x="200" y="288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howGuide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slide" Target="slides/slide4.xml"/><Relationship Id="rId18" Type="http://schemas.openxmlformats.org/officeDocument/2006/relationships/tags" Target="tags/tag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customXml" Target="../customXml/item7.xml"/><Relationship Id="rId12" Type="http://schemas.openxmlformats.org/officeDocument/2006/relationships/slide" Target="slides/slide3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" Target="slides/slide2.xml"/><Relationship Id="rId5" Type="http://schemas.openxmlformats.org/officeDocument/2006/relationships/customXml" Target="../customXml/item5.xml"/><Relationship Id="rId15" Type="http://schemas.openxmlformats.org/officeDocument/2006/relationships/slide" Target="slides/slide6.xml"/><Relationship Id="rId10" Type="http://schemas.openxmlformats.org/officeDocument/2006/relationships/slide" Target="slides/slide1.xml"/><Relationship Id="rId19" Type="http://schemas.openxmlformats.org/officeDocument/2006/relationships/presProps" Target="presProp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1.xml"/><Relationship Id="rId14" Type="http://schemas.openxmlformats.org/officeDocument/2006/relationships/slide" Target="slides/slide5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/>
            </a:lvl1pPr>
          </a:lstStyle>
          <a:p>
            <a:endParaRPr lang="da-DK" dirty="0">
              <a:latin typeface="Arial" panose="020B0604020202020204" pitchFamily="34" charset="0"/>
            </a:endParaRPr>
          </a:p>
        </p:txBody>
      </p:sp>
      <p:sp>
        <p:nvSpPr>
          <p:cNvPr id="634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/>
            </a:lvl1pPr>
          </a:lstStyle>
          <a:p>
            <a:fld id="{491ECFBD-4A0D-4BCF-98A8-E205F44719BF}" type="slidenum">
              <a:rPr lang="da-DK" smtClean="0">
                <a:latin typeface="Arial" panose="020B0604020202020204" pitchFamily="34" charset="0"/>
              </a:rPr>
              <a:pPr/>
              <a:t>‹#›</a:t>
            </a:fld>
            <a:endParaRPr lang="da-DK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2809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2588" y="685800"/>
            <a:ext cx="6092825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a-DK" dirty="0" err="1"/>
              <a:t>Click</a:t>
            </a:r>
            <a:r>
              <a:rPr lang="da-DK" dirty="0"/>
              <a:t> to </a:t>
            </a:r>
            <a:r>
              <a:rPr lang="da-DK" dirty="0" err="1"/>
              <a:t>edit</a:t>
            </a:r>
            <a:r>
              <a:rPr lang="da-DK" dirty="0"/>
              <a:t> Master </a:t>
            </a:r>
            <a:r>
              <a:rPr lang="da-DK" dirty="0" err="1"/>
              <a:t>text</a:t>
            </a:r>
            <a:r>
              <a:rPr lang="da-DK" dirty="0"/>
              <a:t> </a:t>
            </a:r>
            <a:r>
              <a:rPr lang="da-DK" dirty="0" err="1"/>
              <a:t>styles</a:t>
            </a:r>
            <a:endParaRPr lang="da-DK" dirty="0"/>
          </a:p>
          <a:p>
            <a:pPr lvl="1"/>
            <a:r>
              <a:rPr lang="da-DK" dirty="0"/>
              <a:t>Second </a:t>
            </a:r>
            <a:r>
              <a:rPr lang="da-DK" dirty="0" err="1"/>
              <a:t>level</a:t>
            </a:r>
            <a:endParaRPr lang="da-DK" dirty="0"/>
          </a:p>
          <a:p>
            <a:pPr lvl="2"/>
            <a:r>
              <a:rPr lang="da-DK" dirty="0"/>
              <a:t>Third </a:t>
            </a:r>
            <a:r>
              <a:rPr lang="da-DK" dirty="0" err="1"/>
              <a:t>level</a:t>
            </a:r>
            <a:endParaRPr lang="da-DK" dirty="0"/>
          </a:p>
          <a:p>
            <a:pPr lvl="3"/>
            <a:r>
              <a:rPr lang="da-DK" dirty="0" err="1"/>
              <a:t>Fourth</a:t>
            </a:r>
            <a:r>
              <a:rPr lang="da-DK" dirty="0"/>
              <a:t> </a:t>
            </a:r>
            <a:r>
              <a:rPr lang="da-DK" dirty="0" err="1"/>
              <a:t>level</a:t>
            </a:r>
            <a:endParaRPr lang="da-DK" dirty="0"/>
          </a:p>
          <a:p>
            <a:pPr lvl="4"/>
            <a:r>
              <a:rPr lang="da-DK" dirty="0"/>
              <a:t>Fifth </a:t>
            </a:r>
            <a:r>
              <a:rPr lang="da-DK" dirty="0" err="1"/>
              <a:t>level</a:t>
            </a:r>
            <a:endParaRPr lang="da-DK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endParaRPr lang="da-DK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spcBef>
                <a:spcPct val="0"/>
              </a:spcBef>
              <a:defRPr sz="1200">
                <a:latin typeface="Arial" panose="020B0604020202020204" pitchFamily="34" charset="0"/>
              </a:defRPr>
            </a:lvl1pPr>
          </a:lstStyle>
          <a:p>
            <a:fld id="{C734BB09-483B-4C4B-A5A4-C02A22055B01}" type="slidenum">
              <a:rPr lang="da-DK" smtClean="0"/>
              <a:pPr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7783607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ＭＳ Ｐゴシック" pitchFamily="-8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34BB09-483B-4C4B-A5A4-C02A22055B01}" type="slidenum">
              <a:rPr lang="da-DK" smtClean="0"/>
              <a:pPr/>
              <a:t>1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60523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 userDrawn="1"/>
        </p:nvSpPr>
        <p:spPr bwMode="auto">
          <a:xfrm>
            <a:off x="0" y="0"/>
            <a:ext cx="0" cy="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1" name="Logo white">
            <a:extLst>
              <a:ext uri="{FF2B5EF4-FFF2-40B4-BE49-F238E27FC236}">
                <a16:creationId xmlns:a16="http://schemas.microsoft.com/office/drawing/2014/main" id="{275A6477-FE3A-4D40-B1FE-E46C11E344A5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117C6C-7BC3-4888-BC29-FAB17565D11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7E4668-D07F-4B96-9755-17540273485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72145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49859" y="3545117"/>
            <a:ext cx="10840028" cy="2706458"/>
          </a:xfrm>
        </p:spPr>
        <p:txBody>
          <a:bodyPr anchor="t" anchorCtr="0"/>
          <a:lstStyle>
            <a:lvl1pPr>
              <a:lnSpc>
                <a:spcPct val="93000"/>
              </a:lnSpc>
              <a:defRPr sz="8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title style</a:t>
            </a:r>
            <a:endParaRPr lang="en-GB"/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47072" y="1704975"/>
            <a:ext cx="10840028" cy="1660654"/>
          </a:xfrm>
        </p:spPr>
        <p:txBody>
          <a:bodyPr anchor="b" anchorCtr="0"/>
          <a:lstStyle>
            <a:lvl1pPr marL="0" indent="0">
              <a:lnSpc>
                <a:spcPct val="110000"/>
              </a:lnSpc>
              <a:spcBef>
                <a:spcPts val="0"/>
              </a:spcBef>
              <a:buFontTx/>
              <a:buNone/>
              <a:defRPr sz="30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0" dirty="0"/>
              <a:t>Click to edit Master subtitle style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59193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48A0E3C-0CE1-4BBF-A912-5A81BF3B7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800" y="1706400"/>
            <a:ext cx="9312374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FCA8860-CDAD-4F91-9292-2B11655C191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7A21B-9B48-4777-BF0D-9FB95719C2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7774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1117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EB1D5E1-0C4E-4A74-BE37-26307F7E2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74800" y="1706399"/>
            <a:ext cx="4410177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78001" y="1706399"/>
            <a:ext cx="4409100" cy="45468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2499420-B0E8-4C8A-8C00-E21262271A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3EE7F0E-E606-41AC-BBBF-B5AECB1112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57112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8" userDrawn="1">
          <p15:clr>
            <a:srgbClr val="F26B43"/>
          </p15:clr>
        </p15:guide>
        <p15:guide id="2" pos="3896" userDrawn="1">
          <p15:clr>
            <a:srgbClr val="F26B43"/>
          </p15:clr>
        </p15:guide>
        <p15:guide id="3" pos="4205" userDrawn="1">
          <p15:clr>
            <a:srgbClr val="F26B43"/>
          </p15:clr>
        </p15:guide>
        <p15:guide id="4" pos="6984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two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90A2595F-A737-4D92-946C-EC0BBF885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726" y="426127"/>
            <a:ext cx="6048672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74726" y="1706328"/>
            <a:ext cx="6048672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31213" y="849734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331213" y="3563718"/>
            <a:ext cx="3859200" cy="25056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2986237-C7E2-4498-82A4-361A340A650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664EEF-2B63-484E-803A-4FCD66F243A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26707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27" userDrawn="1">
          <p15:clr>
            <a:srgbClr val="F26B43"/>
          </p15:clr>
        </p15:guide>
        <p15:guide id="2" pos="5247" userDrawn="1">
          <p15:clr>
            <a:srgbClr val="F26B43"/>
          </p15:clr>
        </p15:guide>
        <p15:guide id="3" pos="1117" userDrawn="1">
          <p15:clr>
            <a:srgbClr val="F26B43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92213382-11A1-48CE-B0A0-D8A7D2686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360" y="426127"/>
            <a:ext cx="6865740" cy="972716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1360" y="1706328"/>
            <a:ext cx="6865740" cy="4545578"/>
          </a:xfrm>
        </p:spPr>
        <p:txBody>
          <a:bodyPr/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65D29D0-EA4F-4318-8A82-6C2B200A71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131452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5B8511D-E10E-40C3-82A6-3DCDC97CF6C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" y="3968153"/>
            <a:ext cx="3708000" cy="24552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  <a:p>
            <a:endParaRPr lang="en-GB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E26B732-1A52-4AA9-89FC-8FC5439E40D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D0DC-E43F-43DA-AA0F-C0C54C8939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3562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984" userDrawn="1">
          <p15:clr>
            <a:srgbClr val="F26B43"/>
          </p15:clr>
        </p15:guide>
        <p15:guide id="2" pos="2660" userDrawn="1">
          <p15:clr>
            <a:srgbClr val="F26B43"/>
          </p15:clr>
        </p15:guide>
        <p15:guide id="3" pos="2335" userDrawn="1">
          <p15:clr>
            <a:srgbClr val="F26B43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953C3-F3F7-4638-96F8-7CF20CB55E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7650" y="980727"/>
            <a:ext cx="3740400" cy="418115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C0DB591-4602-46B3-B1C3-1E64148AB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7650" y="4407150"/>
            <a:ext cx="3740400" cy="184442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8416079-1CFC-426F-A6ED-5AB355FC545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227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D358873C-68BF-4E89-B536-B3248F2B25FE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4222750" y="4406899"/>
            <a:ext cx="3740401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endParaRPr lang="en-GB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9A0E900-1FE2-4CC1-B435-93F3A118935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197850" y="979200"/>
            <a:ext cx="3740400" cy="417767"/>
          </a:xfrm>
        </p:spPr>
        <p:txBody>
          <a:bodyPr anchor="b" anchorCtr="0"/>
          <a:lstStyle>
            <a:lvl1pPr marL="0" indent="0">
              <a:buNone/>
              <a:defRPr sz="2400" b="1"/>
            </a:lvl1pPr>
            <a:lvl2pPr marL="0" indent="0">
              <a:buNone/>
              <a:defRPr sz="2400" b="1"/>
            </a:lvl2pPr>
            <a:lvl3pPr marL="0" indent="0">
              <a:buNone/>
              <a:defRPr sz="2400" b="1"/>
            </a:lvl3pPr>
            <a:lvl4pPr marL="0" indent="0">
              <a:buNone/>
              <a:defRPr sz="2400" b="1"/>
            </a:lvl4pPr>
            <a:lvl5pPr marL="0" indent="0">
              <a:buNone/>
              <a:defRPr sz="2400" b="1"/>
            </a:lvl5pPr>
          </a:lstStyle>
          <a:p>
            <a:pPr lvl="0"/>
            <a:r>
              <a:rPr lang="en-GB"/>
              <a:t>Click to add title one line</a:t>
            </a:r>
            <a:endParaRPr lang="en-GB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094886A-F110-4851-B1DA-8DFC40D509F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97850" y="4406899"/>
            <a:ext cx="3740400" cy="1844675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  <a:p>
            <a:pPr lvl="5"/>
            <a:endParaRPr lang="en-GB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1B02311-54A6-4455-B615-BBCA0DA742E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47650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710A5827-3485-49A0-81F0-FF89EE34B80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23149" y="1548581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E27B0558-FCB8-4A55-9BA9-182DFF0387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198648" y="1546282"/>
            <a:ext cx="3740400" cy="266400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en-GB" dirty="0"/>
              <a:t>Click the placeholder and paste image via Skyfish icon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346B4F-F02C-40EC-9B70-932B18214C6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7EB69-BB5A-407E-BF0A-1CB9B24506D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63740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156">
          <p15:clr>
            <a:srgbClr val="F26B43"/>
          </p15:clr>
        </p15:guide>
        <p15:guide id="2" pos="7522" userDrawn="1">
          <p15:clr>
            <a:srgbClr val="F26B43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297DEAA-3B7B-49C7-8C28-3F21F36A9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F74546-9D06-4CF7-806D-E04B043BF5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F53AB3-8AAF-469F-AD3F-AE5E1A39D7C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84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117" userDrawn="1">
          <p15:clr>
            <a:srgbClr val="F26B43"/>
          </p15:clr>
        </p15:guide>
        <p15:guide id="2" pos="6984" userDrawn="1">
          <p15:clr>
            <a:srgbClr val="F26B43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ogo og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E75ABF-082F-4A38-B952-09157E37A81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39F3A-7714-4FD6-9132-D60FFA220D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926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ront/Pause A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ackground">
            <a:extLst>
              <a:ext uri="{FF2B5EF4-FFF2-40B4-BE49-F238E27FC236}">
                <a16:creationId xmlns:a16="http://schemas.microsoft.com/office/drawing/2014/main" id="{AF9D3C51-A276-4E1F-B6B6-FD6A4E17EE28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C9776080-6230-4AB8-AB28-4D6744DD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2B7FFAE6-D148-4A15-9DFC-7D71B8202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3125B57E-AFC7-4517-B327-461DB01D2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Logo color">
            <a:extLst>
              <a:ext uri="{FF2B5EF4-FFF2-40B4-BE49-F238E27FC236}">
                <a16:creationId xmlns:a16="http://schemas.microsoft.com/office/drawing/2014/main" id="{B0EE486B-843B-49D6-90AE-5093AB56E30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1786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/Pause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A3420087-96DF-432F-B192-585D42BF6A4E}"/>
              </a:ext>
            </a:extLst>
          </p:cNvPr>
          <p:cNvSpPr/>
          <p:nvPr userDrawn="1"/>
        </p:nvSpPr>
        <p:spPr bwMode="auto">
          <a:xfrm>
            <a:off x="0" y="0"/>
            <a:ext cx="12193200" cy="68616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ＭＳ Ｐゴシック" pitchFamily="-80" charset="-128"/>
            </a:endParaRPr>
          </a:p>
        </p:txBody>
      </p:sp>
      <p:sp>
        <p:nvSpPr>
          <p:cNvPr id="13" name="Logo color">
            <a:extLst>
              <a:ext uri="{FF2B5EF4-FFF2-40B4-BE49-F238E27FC236}">
                <a16:creationId xmlns:a16="http://schemas.microsoft.com/office/drawing/2014/main" id="{09BBEE10-6A59-474F-B766-7643F97F869F}"/>
              </a:ext>
            </a:extLst>
          </p:cNvPr>
          <p:cNvSpPr>
            <a:spLocks noChangeAspect="1"/>
          </p:cNvSpPr>
          <p:nvPr userDrawn="1">
            <p:custDataLst>
              <p:tags r:id="rId1"/>
            </p:custDataLst>
          </p:nvPr>
        </p:nvSpPr>
        <p:spPr bwMode="auto">
          <a:xfrm>
            <a:off x="4870539" y="1651373"/>
            <a:ext cx="2388323" cy="3483354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 dirty="0"/>
          </a:p>
        </p:txBody>
      </p:sp>
      <p:sp>
        <p:nvSpPr>
          <p:cNvPr id="6" name="Date Placeholder 2">
            <a:extLst>
              <a:ext uri="{FF2B5EF4-FFF2-40B4-BE49-F238E27FC236}">
                <a16:creationId xmlns:a16="http://schemas.microsoft.com/office/drawing/2014/main" id="{AF062B26-8169-4B93-8FD8-CFDB0855A96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CA59923C-6F09-424E-AF1E-AC62326A9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4C299FA2-BF46-4410-B2CD-E3C80B7A9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495865CE-5BE9-4122-8AB8-48E534DD88F7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12" name="Top bar">
            <a:extLst>
              <a:ext uri="{FF2B5EF4-FFF2-40B4-BE49-F238E27FC236}">
                <a16:creationId xmlns:a16="http://schemas.microsoft.com/office/drawing/2014/main" id="{0D436479-94F3-475C-8F8D-D3CDC81793FD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963761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Logo color">
            <a:extLst>
              <a:ext uri="{FF2B5EF4-FFF2-40B4-BE49-F238E27FC236}">
                <a16:creationId xmlns:a16="http://schemas.microsoft.com/office/drawing/2014/main" id="{ADC92552-7939-46C1-AAFE-B97F51EBFFE9}"/>
              </a:ext>
            </a:extLst>
          </p:cNvPr>
          <p:cNvSpPr>
            <a:spLocks noChangeAspect="1"/>
          </p:cNvSpPr>
          <p:nvPr userDrawn="1">
            <p:custDataLst>
              <p:tags r:id="rId13"/>
            </p:custDataLst>
          </p:nvPr>
        </p:nvSpPr>
        <p:spPr bwMode="auto">
          <a:xfrm>
            <a:off x="252000" y="252000"/>
            <a:ext cx="419611" cy="612000"/>
          </a:xfrm>
          <a:custGeom>
            <a:avLst/>
            <a:gdLst>
              <a:gd name="connsiteX0" fmla="*/ 1050029 w 4933949"/>
              <a:gd name="connsiteY0" fmla="*/ 6094413 h 7196138"/>
              <a:gd name="connsiteX1" fmla="*/ 3883920 w 4933949"/>
              <a:gd name="connsiteY1" fmla="*/ 6094413 h 7196138"/>
              <a:gd name="connsiteX2" fmla="*/ 4933949 w 4933949"/>
              <a:gd name="connsiteY2" fmla="*/ 6645934 h 7196138"/>
              <a:gd name="connsiteX3" fmla="*/ 3883920 w 4933949"/>
              <a:gd name="connsiteY3" fmla="*/ 7196138 h 7196138"/>
              <a:gd name="connsiteX4" fmla="*/ 1050029 w 4933949"/>
              <a:gd name="connsiteY4" fmla="*/ 7196138 h 7196138"/>
              <a:gd name="connsiteX5" fmla="*/ 0 w 4933949"/>
              <a:gd name="connsiteY5" fmla="*/ 6645934 h 7196138"/>
              <a:gd name="connsiteX6" fmla="*/ 1050029 w 4933949"/>
              <a:gd name="connsiteY6" fmla="*/ 6094413 h 7196138"/>
              <a:gd name="connsiteX7" fmla="*/ 1050029 w 4933949"/>
              <a:gd name="connsiteY7" fmla="*/ 4730750 h 7196138"/>
              <a:gd name="connsiteX8" fmla="*/ 3883920 w 4933949"/>
              <a:gd name="connsiteY8" fmla="*/ 4730750 h 7196138"/>
              <a:gd name="connsiteX9" fmla="*/ 4933949 w 4933949"/>
              <a:gd name="connsiteY9" fmla="*/ 5283066 h 7196138"/>
              <a:gd name="connsiteX10" fmla="*/ 3883920 w 4933949"/>
              <a:gd name="connsiteY10" fmla="*/ 5834063 h 7196138"/>
              <a:gd name="connsiteX11" fmla="*/ 1050029 w 4933949"/>
              <a:gd name="connsiteY11" fmla="*/ 5834063 h 7196138"/>
              <a:gd name="connsiteX12" fmla="*/ 0 w 4933949"/>
              <a:gd name="connsiteY12" fmla="*/ 5283066 h 7196138"/>
              <a:gd name="connsiteX13" fmla="*/ 1050029 w 4933949"/>
              <a:gd name="connsiteY13" fmla="*/ 4730750 h 7196138"/>
              <a:gd name="connsiteX14" fmla="*/ 1050029 w 4933949"/>
              <a:gd name="connsiteY14" fmla="*/ 3368675 h 7196138"/>
              <a:gd name="connsiteX15" fmla="*/ 3883920 w 4933949"/>
              <a:gd name="connsiteY15" fmla="*/ 3368675 h 7196138"/>
              <a:gd name="connsiteX16" fmla="*/ 4933949 w 4933949"/>
              <a:gd name="connsiteY16" fmla="*/ 3920991 h 7196138"/>
              <a:gd name="connsiteX17" fmla="*/ 3883920 w 4933949"/>
              <a:gd name="connsiteY17" fmla="*/ 4471988 h 7196138"/>
              <a:gd name="connsiteX18" fmla="*/ 1050029 w 4933949"/>
              <a:gd name="connsiteY18" fmla="*/ 4471988 h 7196138"/>
              <a:gd name="connsiteX19" fmla="*/ 0 w 4933949"/>
              <a:gd name="connsiteY19" fmla="*/ 3920991 h 7196138"/>
              <a:gd name="connsiteX20" fmla="*/ 1050029 w 4933949"/>
              <a:gd name="connsiteY20" fmla="*/ 3368675 h 7196138"/>
              <a:gd name="connsiteX21" fmla="*/ 678543 w 4933949"/>
              <a:gd name="connsiteY21" fmla="*/ 305710 h 7196138"/>
              <a:gd name="connsiteX22" fmla="*/ 678543 w 4933949"/>
              <a:gd name="connsiteY22" fmla="*/ 2307316 h 7196138"/>
              <a:gd name="connsiteX23" fmla="*/ 909109 w 4933949"/>
              <a:gd name="connsiteY23" fmla="*/ 2307316 h 7196138"/>
              <a:gd name="connsiteX24" fmla="*/ 1119911 w 4933949"/>
              <a:gd name="connsiteY24" fmla="*/ 2234842 h 7196138"/>
              <a:gd name="connsiteX25" fmla="*/ 1198962 w 4933949"/>
              <a:gd name="connsiteY25" fmla="*/ 1615517 h 7196138"/>
              <a:gd name="connsiteX26" fmla="*/ 1198962 w 4933949"/>
              <a:gd name="connsiteY26" fmla="*/ 996191 h 7196138"/>
              <a:gd name="connsiteX27" fmla="*/ 1119911 w 4933949"/>
              <a:gd name="connsiteY27" fmla="*/ 378184 h 7196138"/>
              <a:gd name="connsiteX28" fmla="*/ 909109 w 4933949"/>
              <a:gd name="connsiteY28" fmla="*/ 305710 h 7196138"/>
              <a:gd name="connsiteX29" fmla="*/ 678543 w 4933949"/>
              <a:gd name="connsiteY29" fmla="*/ 305710 h 7196138"/>
              <a:gd name="connsiteX30" fmla="*/ 1842869 w 4933949"/>
              <a:gd name="connsiteY30" fmla="*/ 0 h 7196138"/>
              <a:gd name="connsiteX31" fmla="*/ 3073618 w 4933949"/>
              <a:gd name="connsiteY31" fmla="*/ 0 h 7196138"/>
              <a:gd name="connsiteX32" fmla="*/ 3114467 w 4933949"/>
              <a:gd name="connsiteY32" fmla="*/ 14495 h 7196138"/>
              <a:gd name="connsiteX33" fmla="*/ 3128962 w 4933949"/>
              <a:gd name="connsiteY33" fmla="*/ 54027 h 7196138"/>
              <a:gd name="connsiteX34" fmla="*/ 3128962 w 4933949"/>
              <a:gd name="connsiteY34" fmla="*/ 275402 h 7196138"/>
              <a:gd name="connsiteX35" fmla="*/ 3114467 w 4933949"/>
              <a:gd name="connsiteY35" fmla="*/ 314934 h 7196138"/>
              <a:gd name="connsiteX36" fmla="*/ 3073618 w 4933949"/>
              <a:gd name="connsiteY36" fmla="*/ 329429 h 7196138"/>
              <a:gd name="connsiteX37" fmla="*/ 2679620 w 4933949"/>
              <a:gd name="connsiteY37" fmla="*/ 329429 h 7196138"/>
              <a:gd name="connsiteX38" fmla="*/ 2679620 w 4933949"/>
              <a:gd name="connsiteY38" fmla="*/ 2558999 h 7196138"/>
              <a:gd name="connsiteX39" fmla="*/ 2665125 w 4933949"/>
              <a:gd name="connsiteY39" fmla="*/ 2598530 h 7196138"/>
              <a:gd name="connsiteX40" fmla="*/ 2625594 w 4933949"/>
              <a:gd name="connsiteY40" fmla="*/ 2613025 h 7196138"/>
              <a:gd name="connsiteX41" fmla="*/ 2290893 w 4933949"/>
              <a:gd name="connsiteY41" fmla="*/ 2613025 h 7196138"/>
              <a:gd name="connsiteX42" fmla="*/ 2250044 w 4933949"/>
              <a:gd name="connsiteY42" fmla="*/ 2598530 h 7196138"/>
              <a:gd name="connsiteX43" fmla="*/ 2235549 w 4933949"/>
              <a:gd name="connsiteY43" fmla="*/ 2558999 h 7196138"/>
              <a:gd name="connsiteX44" fmla="*/ 2235549 w 4933949"/>
              <a:gd name="connsiteY44" fmla="*/ 329429 h 7196138"/>
              <a:gd name="connsiteX45" fmla="*/ 1842869 w 4933949"/>
              <a:gd name="connsiteY45" fmla="*/ 329429 h 7196138"/>
              <a:gd name="connsiteX46" fmla="*/ 1802020 w 4933949"/>
              <a:gd name="connsiteY46" fmla="*/ 314934 h 7196138"/>
              <a:gd name="connsiteX47" fmla="*/ 1787525 w 4933949"/>
              <a:gd name="connsiteY47" fmla="*/ 275402 h 7196138"/>
              <a:gd name="connsiteX48" fmla="*/ 1787525 w 4933949"/>
              <a:gd name="connsiteY48" fmla="*/ 54027 h 7196138"/>
              <a:gd name="connsiteX49" fmla="*/ 1802020 w 4933949"/>
              <a:gd name="connsiteY49" fmla="*/ 14495 h 7196138"/>
              <a:gd name="connsiteX50" fmla="*/ 1842869 w 4933949"/>
              <a:gd name="connsiteY50" fmla="*/ 0 h 7196138"/>
              <a:gd name="connsiteX51" fmla="*/ 317544 w 4933949"/>
              <a:gd name="connsiteY51" fmla="*/ 0 h 7196138"/>
              <a:gd name="connsiteX52" fmla="*/ 972349 w 4933949"/>
              <a:gd name="connsiteY52" fmla="*/ 0 h 7196138"/>
              <a:gd name="connsiteX53" fmla="*/ 1476958 w 4933949"/>
              <a:gd name="connsiteY53" fmla="*/ 179209 h 7196138"/>
              <a:gd name="connsiteX54" fmla="*/ 1619250 w 4933949"/>
              <a:gd name="connsiteY54" fmla="*/ 1025181 h 7196138"/>
              <a:gd name="connsiteX55" fmla="*/ 1619250 w 4933949"/>
              <a:gd name="connsiteY55" fmla="*/ 1587845 h 7196138"/>
              <a:gd name="connsiteX56" fmla="*/ 1476958 w 4933949"/>
              <a:gd name="connsiteY56" fmla="*/ 2433816 h 7196138"/>
              <a:gd name="connsiteX57" fmla="*/ 972349 w 4933949"/>
              <a:gd name="connsiteY57" fmla="*/ 2613025 h 7196138"/>
              <a:gd name="connsiteX58" fmla="*/ 317544 w 4933949"/>
              <a:gd name="connsiteY58" fmla="*/ 2613025 h 7196138"/>
              <a:gd name="connsiteX59" fmla="*/ 278018 w 4933949"/>
              <a:gd name="connsiteY59" fmla="*/ 2598530 h 7196138"/>
              <a:gd name="connsiteX60" fmla="*/ 263525 w 4933949"/>
              <a:gd name="connsiteY60" fmla="*/ 2558999 h 7196138"/>
              <a:gd name="connsiteX61" fmla="*/ 263525 w 4933949"/>
              <a:gd name="connsiteY61" fmla="*/ 54027 h 7196138"/>
              <a:gd name="connsiteX62" fmla="*/ 278018 w 4933949"/>
              <a:gd name="connsiteY62" fmla="*/ 14495 h 7196138"/>
              <a:gd name="connsiteX63" fmla="*/ 317544 w 4933949"/>
              <a:gd name="connsiteY63" fmla="*/ 0 h 7196138"/>
              <a:gd name="connsiteX64" fmla="*/ 3359213 w 4933949"/>
              <a:gd name="connsiteY64" fmla="*/ 0 h 7196138"/>
              <a:gd name="connsiteX65" fmla="*/ 3664991 w 4933949"/>
              <a:gd name="connsiteY65" fmla="*/ 0 h 7196138"/>
              <a:gd name="connsiteX66" fmla="*/ 3705850 w 4933949"/>
              <a:gd name="connsiteY66" fmla="*/ 14497 h 7196138"/>
              <a:gd name="connsiteX67" fmla="*/ 3720348 w 4933949"/>
              <a:gd name="connsiteY67" fmla="*/ 54035 h 7196138"/>
              <a:gd name="connsiteX68" fmla="*/ 3720348 w 4933949"/>
              <a:gd name="connsiteY68" fmla="*/ 1903062 h 7196138"/>
              <a:gd name="connsiteX69" fmla="*/ 3798111 w 4933949"/>
              <a:gd name="connsiteY69" fmla="*/ 2279984 h 7196138"/>
              <a:gd name="connsiteX70" fmla="*/ 3976042 w 4933949"/>
              <a:gd name="connsiteY70" fmla="*/ 2349833 h 7196138"/>
              <a:gd name="connsiteX71" fmla="*/ 4163200 w 4933949"/>
              <a:gd name="connsiteY71" fmla="*/ 2279984 h 7196138"/>
              <a:gd name="connsiteX72" fmla="*/ 4240963 w 4933949"/>
              <a:gd name="connsiteY72" fmla="*/ 1903062 h 7196138"/>
              <a:gd name="connsiteX73" fmla="*/ 4240963 w 4933949"/>
              <a:gd name="connsiteY73" fmla="*/ 54035 h 7196138"/>
              <a:gd name="connsiteX74" fmla="*/ 4255461 w 4933949"/>
              <a:gd name="connsiteY74" fmla="*/ 14497 h 7196138"/>
              <a:gd name="connsiteX75" fmla="*/ 4295001 w 4933949"/>
              <a:gd name="connsiteY75" fmla="*/ 0 h 7196138"/>
              <a:gd name="connsiteX76" fmla="*/ 4602098 w 4933949"/>
              <a:gd name="connsiteY76" fmla="*/ 0 h 7196138"/>
              <a:gd name="connsiteX77" fmla="*/ 4641638 w 4933949"/>
              <a:gd name="connsiteY77" fmla="*/ 14497 h 7196138"/>
              <a:gd name="connsiteX78" fmla="*/ 4656136 w 4933949"/>
              <a:gd name="connsiteY78" fmla="*/ 54035 h 7196138"/>
              <a:gd name="connsiteX79" fmla="*/ 4656136 w 4933949"/>
              <a:gd name="connsiteY79" fmla="*/ 1904380 h 7196138"/>
              <a:gd name="connsiteX80" fmla="*/ 4507201 w 4933949"/>
              <a:gd name="connsiteY80" fmla="*/ 2459220 h 7196138"/>
              <a:gd name="connsiteX81" fmla="*/ 3981314 w 4933949"/>
              <a:gd name="connsiteY81" fmla="*/ 2646363 h 7196138"/>
              <a:gd name="connsiteX82" fmla="*/ 3447519 w 4933949"/>
              <a:gd name="connsiteY82" fmla="*/ 2459220 h 7196138"/>
              <a:gd name="connsiteX83" fmla="*/ 3305174 w 4933949"/>
              <a:gd name="connsiteY83" fmla="*/ 1904380 h 7196138"/>
              <a:gd name="connsiteX84" fmla="*/ 3305174 w 4933949"/>
              <a:gd name="connsiteY84" fmla="*/ 54035 h 7196138"/>
              <a:gd name="connsiteX85" fmla="*/ 3318354 w 4933949"/>
              <a:gd name="connsiteY85" fmla="*/ 14497 h 7196138"/>
              <a:gd name="connsiteX86" fmla="*/ 3359213 w 4933949"/>
              <a:gd name="connsiteY86" fmla="*/ 0 h 7196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4933949" h="7196138">
                <a:moveTo>
                  <a:pt x="1050029" y="6094413"/>
                </a:moveTo>
                <a:cubicBezTo>
                  <a:pt x="2409664" y="6623557"/>
                  <a:pt x="2524285" y="6623557"/>
                  <a:pt x="3883920" y="6094413"/>
                </a:cubicBezTo>
                <a:cubicBezTo>
                  <a:pt x="3883920" y="6094413"/>
                  <a:pt x="3883920" y="6094413"/>
                  <a:pt x="4933949" y="6645934"/>
                </a:cubicBezTo>
                <a:cubicBezTo>
                  <a:pt x="4933949" y="6645934"/>
                  <a:pt x="4933949" y="6645934"/>
                  <a:pt x="3883920" y="7196138"/>
                </a:cubicBezTo>
                <a:cubicBezTo>
                  <a:pt x="2524285" y="6668311"/>
                  <a:pt x="2409664" y="6668311"/>
                  <a:pt x="1050029" y="7196138"/>
                </a:cubicBezTo>
                <a:cubicBezTo>
                  <a:pt x="1050029" y="7196138"/>
                  <a:pt x="1050029" y="7196138"/>
                  <a:pt x="0" y="6645934"/>
                </a:cubicBezTo>
                <a:cubicBezTo>
                  <a:pt x="0" y="6645934"/>
                  <a:pt x="0" y="6645934"/>
                  <a:pt x="1050029" y="6094413"/>
                </a:cubicBezTo>
                <a:close/>
                <a:moveTo>
                  <a:pt x="1050029" y="4730750"/>
                </a:moveTo>
                <a:cubicBezTo>
                  <a:pt x="2409664" y="5260657"/>
                  <a:pt x="2524285" y="5260657"/>
                  <a:pt x="3883920" y="4730750"/>
                </a:cubicBezTo>
                <a:cubicBezTo>
                  <a:pt x="3883920" y="4730750"/>
                  <a:pt x="3883920" y="4730750"/>
                  <a:pt x="4933949" y="5283066"/>
                </a:cubicBezTo>
                <a:cubicBezTo>
                  <a:pt x="4933949" y="5283066"/>
                  <a:pt x="4933949" y="5283066"/>
                  <a:pt x="3883920" y="5834063"/>
                </a:cubicBezTo>
                <a:cubicBezTo>
                  <a:pt x="2524285" y="5305475"/>
                  <a:pt x="2409664" y="5305475"/>
                  <a:pt x="1050029" y="5834063"/>
                </a:cubicBezTo>
                <a:cubicBezTo>
                  <a:pt x="1050029" y="5834063"/>
                  <a:pt x="1050029" y="5834063"/>
                  <a:pt x="0" y="5283066"/>
                </a:cubicBezTo>
                <a:cubicBezTo>
                  <a:pt x="0" y="5283066"/>
                  <a:pt x="0" y="5283066"/>
                  <a:pt x="1050029" y="4730750"/>
                </a:cubicBezTo>
                <a:close/>
                <a:moveTo>
                  <a:pt x="1050029" y="3368675"/>
                </a:moveTo>
                <a:cubicBezTo>
                  <a:pt x="2409664" y="3898582"/>
                  <a:pt x="2524285" y="3898582"/>
                  <a:pt x="3883920" y="3368675"/>
                </a:cubicBezTo>
                <a:cubicBezTo>
                  <a:pt x="3883920" y="3368675"/>
                  <a:pt x="3883920" y="3368675"/>
                  <a:pt x="4933949" y="3920991"/>
                </a:cubicBezTo>
                <a:cubicBezTo>
                  <a:pt x="4933949" y="3920991"/>
                  <a:pt x="4933949" y="3920991"/>
                  <a:pt x="3883920" y="4471988"/>
                </a:cubicBezTo>
                <a:cubicBezTo>
                  <a:pt x="2524285" y="3943400"/>
                  <a:pt x="2409664" y="3943400"/>
                  <a:pt x="1050029" y="4471988"/>
                </a:cubicBezTo>
                <a:cubicBezTo>
                  <a:pt x="1050029" y="4471988"/>
                  <a:pt x="1050029" y="4471988"/>
                  <a:pt x="0" y="3920991"/>
                </a:cubicBezTo>
                <a:cubicBezTo>
                  <a:pt x="0" y="3920991"/>
                  <a:pt x="0" y="3920991"/>
                  <a:pt x="1050029" y="3368675"/>
                </a:cubicBezTo>
                <a:close/>
                <a:moveTo>
                  <a:pt x="678543" y="305710"/>
                </a:moveTo>
                <a:lnTo>
                  <a:pt x="678543" y="2307316"/>
                </a:lnTo>
                <a:cubicBezTo>
                  <a:pt x="678543" y="2307316"/>
                  <a:pt x="678543" y="2307316"/>
                  <a:pt x="909109" y="2307316"/>
                </a:cubicBezTo>
                <a:cubicBezTo>
                  <a:pt x="1011875" y="2307316"/>
                  <a:pt x="1072481" y="2291503"/>
                  <a:pt x="1119911" y="2234842"/>
                </a:cubicBezTo>
                <a:cubicBezTo>
                  <a:pt x="1192375" y="2147873"/>
                  <a:pt x="1198962" y="1971299"/>
                  <a:pt x="1198962" y="1615517"/>
                </a:cubicBezTo>
                <a:cubicBezTo>
                  <a:pt x="1198962" y="1615517"/>
                  <a:pt x="1198962" y="1615517"/>
                  <a:pt x="1198962" y="996191"/>
                </a:cubicBezTo>
                <a:cubicBezTo>
                  <a:pt x="1198962" y="641727"/>
                  <a:pt x="1192375" y="465153"/>
                  <a:pt x="1119911" y="378184"/>
                </a:cubicBezTo>
                <a:cubicBezTo>
                  <a:pt x="1072481" y="321522"/>
                  <a:pt x="1011875" y="305710"/>
                  <a:pt x="909109" y="305710"/>
                </a:cubicBezTo>
                <a:cubicBezTo>
                  <a:pt x="909109" y="305710"/>
                  <a:pt x="909109" y="305710"/>
                  <a:pt x="678543" y="305710"/>
                </a:cubicBezTo>
                <a:close/>
                <a:moveTo>
                  <a:pt x="1842869" y="0"/>
                </a:moveTo>
                <a:cubicBezTo>
                  <a:pt x="1842869" y="0"/>
                  <a:pt x="1842869" y="0"/>
                  <a:pt x="3073618" y="0"/>
                </a:cubicBezTo>
                <a:cubicBezTo>
                  <a:pt x="3093384" y="0"/>
                  <a:pt x="3105243" y="5271"/>
                  <a:pt x="3114467" y="14495"/>
                </a:cubicBezTo>
                <a:cubicBezTo>
                  <a:pt x="3122374" y="22401"/>
                  <a:pt x="3128962" y="34261"/>
                  <a:pt x="3128962" y="54027"/>
                </a:cubicBezTo>
                <a:cubicBezTo>
                  <a:pt x="3128962" y="54027"/>
                  <a:pt x="3128962" y="54027"/>
                  <a:pt x="3128962" y="275402"/>
                </a:cubicBezTo>
                <a:cubicBezTo>
                  <a:pt x="3128962" y="295168"/>
                  <a:pt x="3122374" y="307028"/>
                  <a:pt x="3114467" y="314934"/>
                </a:cubicBezTo>
                <a:cubicBezTo>
                  <a:pt x="3105243" y="324158"/>
                  <a:pt x="3093384" y="329429"/>
                  <a:pt x="3073618" y="329429"/>
                </a:cubicBezTo>
                <a:cubicBezTo>
                  <a:pt x="3073618" y="329429"/>
                  <a:pt x="3073618" y="329429"/>
                  <a:pt x="2679620" y="329429"/>
                </a:cubicBezTo>
                <a:cubicBezTo>
                  <a:pt x="2679620" y="329429"/>
                  <a:pt x="2679620" y="329429"/>
                  <a:pt x="2679620" y="2558999"/>
                </a:cubicBezTo>
                <a:cubicBezTo>
                  <a:pt x="2679620" y="2578765"/>
                  <a:pt x="2674349" y="2590624"/>
                  <a:pt x="2665125" y="2598530"/>
                </a:cubicBezTo>
                <a:cubicBezTo>
                  <a:pt x="2657219" y="2607755"/>
                  <a:pt x="2645360" y="2613025"/>
                  <a:pt x="2625594" y="2613025"/>
                </a:cubicBezTo>
                <a:cubicBezTo>
                  <a:pt x="2625594" y="2613025"/>
                  <a:pt x="2625594" y="2613025"/>
                  <a:pt x="2290893" y="2613025"/>
                </a:cubicBezTo>
                <a:cubicBezTo>
                  <a:pt x="2271128" y="2613025"/>
                  <a:pt x="2259268" y="2607755"/>
                  <a:pt x="2250044" y="2598530"/>
                </a:cubicBezTo>
                <a:cubicBezTo>
                  <a:pt x="2240820" y="2590624"/>
                  <a:pt x="2235549" y="2578765"/>
                  <a:pt x="2235549" y="2558999"/>
                </a:cubicBezTo>
                <a:cubicBezTo>
                  <a:pt x="2235549" y="2558999"/>
                  <a:pt x="2235549" y="2558999"/>
                  <a:pt x="2235549" y="329429"/>
                </a:cubicBezTo>
                <a:cubicBezTo>
                  <a:pt x="2235549" y="329429"/>
                  <a:pt x="2235549" y="329429"/>
                  <a:pt x="1842869" y="329429"/>
                </a:cubicBezTo>
                <a:cubicBezTo>
                  <a:pt x="1823104" y="329429"/>
                  <a:pt x="1811244" y="324158"/>
                  <a:pt x="1802020" y="314934"/>
                </a:cubicBezTo>
                <a:cubicBezTo>
                  <a:pt x="1792796" y="307028"/>
                  <a:pt x="1787525" y="295168"/>
                  <a:pt x="1787525" y="275402"/>
                </a:cubicBezTo>
                <a:cubicBezTo>
                  <a:pt x="1787525" y="275402"/>
                  <a:pt x="1787525" y="275402"/>
                  <a:pt x="1787525" y="54027"/>
                </a:cubicBezTo>
                <a:cubicBezTo>
                  <a:pt x="1787525" y="34261"/>
                  <a:pt x="1792796" y="22401"/>
                  <a:pt x="1802020" y="14495"/>
                </a:cubicBezTo>
                <a:cubicBezTo>
                  <a:pt x="1811244" y="5271"/>
                  <a:pt x="1823104" y="0"/>
                  <a:pt x="1842869" y="0"/>
                </a:cubicBezTo>
                <a:close/>
                <a:moveTo>
                  <a:pt x="317544" y="0"/>
                </a:moveTo>
                <a:cubicBezTo>
                  <a:pt x="317544" y="0"/>
                  <a:pt x="317544" y="0"/>
                  <a:pt x="972349" y="0"/>
                </a:cubicBezTo>
                <a:cubicBezTo>
                  <a:pt x="1226630" y="0"/>
                  <a:pt x="1382097" y="57980"/>
                  <a:pt x="1476958" y="179209"/>
                </a:cubicBezTo>
                <a:cubicBezTo>
                  <a:pt x="1615298" y="345241"/>
                  <a:pt x="1619250" y="614055"/>
                  <a:pt x="1619250" y="1025181"/>
                </a:cubicBezTo>
                <a:cubicBezTo>
                  <a:pt x="1619250" y="1025181"/>
                  <a:pt x="1619250" y="1025181"/>
                  <a:pt x="1619250" y="1587845"/>
                </a:cubicBezTo>
                <a:cubicBezTo>
                  <a:pt x="1619250" y="1998971"/>
                  <a:pt x="1615298" y="2267784"/>
                  <a:pt x="1476958" y="2433816"/>
                </a:cubicBezTo>
                <a:cubicBezTo>
                  <a:pt x="1382097" y="2555046"/>
                  <a:pt x="1226630" y="2613025"/>
                  <a:pt x="972349" y="2613025"/>
                </a:cubicBezTo>
                <a:cubicBezTo>
                  <a:pt x="972349" y="2613025"/>
                  <a:pt x="972349" y="2613025"/>
                  <a:pt x="317544" y="2613025"/>
                </a:cubicBezTo>
                <a:cubicBezTo>
                  <a:pt x="297781" y="2613025"/>
                  <a:pt x="285923" y="2607755"/>
                  <a:pt x="278018" y="2598530"/>
                </a:cubicBezTo>
                <a:cubicBezTo>
                  <a:pt x="268795" y="2590624"/>
                  <a:pt x="263525" y="2578765"/>
                  <a:pt x="263525" y="2558999"/>
                </a:cubicBezTo>
                <a:cubicBezTo>
                  <a:pt x="263525" y="2558999"/>
                  <a:pt x="263525" y="2558999"/>
                  <a:pt x="263525" y="54027"/>
                </a:cubicBezTo>
                <a:cubicBezTo>
                  <a:pt x="263525" y="34261"/>
                  <a:pt x="268795" y="22401"/>
                  <a:pt x="278018" y="14495"/>
                </a:cubicBezTo>
                <a:cubicBezTo>
                  <a:pt x="285923" y="5271"/>
                  <a:pt x="297781" y="0"/>
                  <a:pt x="317544" y="0"/>
                </a:cubicBezTo>
                <a:close/>
                <a:moveTo>
                  <a:pt x="3359213" y="0"/>
                </a:moveTo>
                <a:cubicBezTo>
                  <a:pt x="3359213" y="0"/>
                  <a:pt x="3359213" y="0"/>
                  <a:pt x="3664991" y="0"/>
                </a:cubicBezTo>
                <a:cubicBezTo>
                  <a:pt x="3684762" y="0"/>
                  <a:pt x="3696624" y="5272"/>
                  <a:pt x="3705850" y="14497"/>
                </a:cubicBezTo>
                <a:cubicBezTo>
                  <a:pt x="3715076" y="22405"/>
                  <a:pt x="3720348" y="34266"/>
                  <a:pt x="3720348" y="54035"/>
                </a:cubicBezTo>
                <a:cubicBezTo>
                  <a:pt x="3720348" y="54035"/>
                  <a:pt x="3720348" y="54035"/>
                  <a:pt x="3720348" y="1903062"/>
                </a:cubicBezTo>
                <a:cubicBezTo>
                  <a:pt x="3720348" y="2103384"/>
                  <a:pt x="3738800" y="2214089"/>
                  <a:pt x="3798111" y="2279984"/>
                </a:cubicBezTo>
                <a:cubicBezTo>
                  <a:pt x="3841605" y="2328747"/>
                  <a:pt x="3899597" y="2349833"/>
                  <a:pt x="3976042" y="2349833"/>
                </a:cubicBezTo>
                <a:cubicBezTo>
                  <a:pt x="4060395" y="2349833"/>
                  <a:pt x="4121023" y="2326111"/>
                  <a:pt x="4163200" y="2279984"/>
                </a:cubicBezTo>
                <a:cubicBezTo>
                  <a:pt x="4226464" y="2211453"/>
                  <a:pt x="4240963" y="2096795"/>
                  <a:pt x="4240963" y="1903062"/>
                </a:cubicBezTo>
                <a:cubicBezTo>
                  <a:pt x="4240963" y="1903062"/>
                  <a:pt x="4240963" y="1903062"/>
                  <a:pt x="4240963" y="54035"/>
                </a:cubicBezTo>
                <a:cubicBezTo>
                  <a:pt x="4240963" y="34266"/>
                  <a:pt x="4246235" y="22405"/>
                  <a:pt x="4255461" y="14497"/>
                </a:cubicBezTo>
                <a:cubicBezTo>
                  <a:pt x="4263369" y="5272"/>
                  <a:pt x="4276549" y="0"/>
                  <a:pt x="4295001" y="0"/>
                </a:cubicBezTo>
                <a:cubicBezTo>
                  <a:pt x="4295001" y="0"/>
                  <a:pt x="4295001" y="0"/>
                  <a:pt x="4602098" y="0"/>
                </a:cubicBezTo>
                <a:cubicBezTo>
                  <a:pt x="4621868" y="0"/>
                  <a:pt x="4633730" y="5272"/>
                  <a:pt x="4641638" y="14497"/>
                </a:cubicBezTo>
                <a:cubicBezTo>
                  <a:pt x="4650864" y="22405"/>
                  <a:pt x="4656136" y="34266"/>
                  <a:pt x="4656136" y="54035"/>
                </a:cubicBezTo>
                <a:cubicBezTo>
                  <a:pt x="4656136" y="54035"/>
                  <a:pt x="4656136" y="54035"/>
                  <a:pt x="4656136" y="1904380"/>
                </a:cubicBezTo>
                <a:cubicBezTo>
                  <a:pt x="4656136" y="2153465"/>
                  <a:pt x="4627140" y="2319521"/>
                  <a:pt x="4507201" y="2459220"/>
                </a:cubicBezTo>
                <a:cubicBezTo>
                  <a:pt x="4405714" y="2577832"/>
                  <a:pt x="4239645" y="2646363"/>
                  <a:pt x="3981314" y="2646363"/>
                </a:cubicBezTo>
                <a:cubicBezTo>
                  <a:pt x="3726938" y="2646363"/>
                  <a:pt x="3559550" y="2581786"/>
                  <a:pt x="3447519" y="2459220"/>
                </a:cubicBezTo>
                <a:cubicBezTo>
                  <a:pt x="3340760" y="2341926"/>
                  <a:pt x="3305174" y="2173233"/>
                  <a:pt x="3305174" y="1904380"/>
                </a:cubicBezTo>
                <a:cubicBezTo>
                  <a:pt x="3305174" y="1904380"/>
                  <a:pt x="3305174" y="1904380"/>
                  <a:pt x="3305174" y="54035"/>
                </a:cubicBezTo>
                <a:cubicBezTo>
                  <a:pt x="3305174" y="34266"/>
                  <a:pt x="3310446" y="22405"/>
                  <a:pt x="3318354" y="14497"/>
                </a:cubicBezTo>
                <a:cubicBezTo>
                  <a:pt x="3327580" y="5272"/>
                  <a:pt x="3339442" y="0"/>
                  <a:pt x="3359213" y="0"/>
                </a:cubicBezTo>
                <a:close/>
              </a:path>
            </a:pathLst>
          </a:custGeom>
          <a:solidFill>
            <a:srgbClr val="99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GB"/>
          </a:p>
        </p:txBody>
      </p:sp>
      <p:sp>
        <p:nvSpPr>
          <p:cNvPr id="11" name="Bottom bar">
            <a:extLst>
              <a:ext uri="{FF2B5EF4-FFF2-40B4-BE49-F238E27FC236}">
                <a16:creationId xmlns:a16="http://schemas.microsoft.com/office/drawing/2014/main" id="{FFFFD011-0D94-46EE-B45C-787FE82C3B5E}"/>
              </a:ext>
            </a:extLst>
          </p:cNvPr>
          <p:cNvSpPr/>
          <p:nvPr userDrawn="1"/>
        </p:nvSpPr>
        <p:spPr bwMode="auto">
          <a:xfrm>
            <a:off x="0" y="6541200"/>
            <a:ext cx="12193200" cy="3168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  <p:sp>
        <p:nvSpPr>
          <p:cNvPr id="3" name="FLD_Presentation Title"/>
          <p:cNvSpPr>
            <a:spLocks noGrp="1"/>
          </p:cNvSpPr>
          <p:nvPr>
            <p:ph type="ftr" sz="quarter" idx="3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spcBef>
                <a:spcPts val="0"/>
              </a:spcBef>
              <a:defRPr sz="700" b="0">
                <a:noFill/>
                <a:latin typeface="+mn-lt"/>
              </a:defRPr>
            </a:lvl1pPr>
          </a:lstStyle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506450" y="6541200"/>
            <a:ext cx="432600" cy="316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700" b="1">
                <a:solidFill>
                  <a:schemeClr val="bg1"/>
                </a:solidFill>
                <a:latin typeface="+mn-lt"/>
              </a:defRPr>
            </a:lvl1pPr>
          </a:lstStyle>
          <a:p>
            <a:fld id="{103EA872-A674-449B-A120-B97244F8E91D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4726" y="426127"/>
            <a:ext cx="9312374" cy="9727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136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4726" y="1706328"/>
            <a:ext cx="9312374" cy="45455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Edit Master text styles</a:t>
            </a:r>
            <a:endParaRPr lang="en-GB"/>
          </a:p>
          <a:p>
            <a:pPr lvl="1"/>
            <a:r>
              <a:rPr lang="en-GB" dirty="0"/>
              <a:t>Second level</a:t>
            </a:r>
            <a:endParaRPr lang="en-GB"/>
          </a:p>
          <a:p>
            <a:pPr lvl="2"/>
            <a:r>
              <a:rPr lang="en-GB" dirty="0"/>
              <a:t>Third level</a:t>
            </a:r>
            <a:endParaRPr lang="en-GB"/>
          </a:p>
          <a:p>
            <a:pPr lvl="3"/>
            <a:r>
              <a:rPr lang="en-GB" dirty="0"/>
              <a:t>Fourth level</a:t>
            </a:r>
            <a:endParaRPr lang="en-GB"/>
          </a:p>
          <a:p>
            <a:pPr lvl="4"/>
            <a:r>
              <a:rPr lang="en-GB" dirty="0"/>
              <a:t>Fifth level</a:t>
            </a:r>
            <a:endParaRPr lang="en-GB"/>
          </a:p>
          <a:p>
            <a:pPr lvl="5"/>
            <a:endParaRPr lang="en-GB" dirty="0"/>
          </a:p>
        </p:txBody>
      </p:sp>
      <p:sp>
        <p:nvSpPr>
          <p:cNvPr id="113676" name="text" descr="{&quot;templafy&quot;:{&quot;id&quot;:&quot;78bd2efa-64cf-46a0-a07c-0d608a77886b&quot;}}" title="UserProfile.Offices.Workarea_{{DocumentLanguage}}"/>
          <p:cNvSpPr>
            <a:spLocks noChangeArrowheads="1"/>
          </p:cNvSpPr>
          <p:nvPr/>
        </p:nvSpPr>
        <p:spPr bwMode="auto">
          <a:xfrm>
            <a:off x="1774726" y="6541200"/>
            <a:ext cx="3397071" cy="31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 anchorCtr="0"/>
          <a:lstStyle/>
          <a:p>
            <a:pPr algn="l" eaLnBrk="0" hangingPunct="0">
              <a:spcBef>
                <a:spcPct val="0"/>
              </a:spcBef>
            </a:pPr>
            <a:r>
              <a:rPr lang="en-GB" sz="700" b="1" dirty="0">
                <a:solidFill>
                  <a:schemeClr val="bg1"/>
                </a:solidFill>
                <a:latin typeface="+mn-lt"/>
              </a:rPr>
              <a:t>DTU Space</a:t>
            </a:r>
          </a:p>
        </p:txBody>
      </p:sp>
      <p:sp>
        <p:nvSpPr>
          <p:cNvPr id="5" name="date" descr="{&quot;templafy&quot;:{&quot;id&quot;:&quot;17c8e3c3-9447-4c59-8ebc-7cb1bfc43ba6&quot;}}" title="Form.Date">
            <a:extLst>
              <a:ext uri="{FF2B5EF4-FFF2-40B4-BE49-F238E27FC236}">
                <a16:creationId xmlns:a16="http://schemas.microsoft.com/office/drawing/2014/main" id="{792B975C-625D-4095-8E1D-63F20A11B57C}"/>
              </a:ext>
            </a:extLst>
          </p:cNvPr>
          <p:cNvSpPr/>
          <p:nvPr userDrawn="1"/>
        </p:nvSpPr>
        <p:spPr bwMode="auto">
          <a:xfrm>
            <a:off x="251363" y="6541200"/>
            <a:ext cx="1104013" cy="3168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7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n-lt"/>
                <a:ea typeface="ＭＳ Ｐゴシック" pitchFamily="-80" charset="-128"/>
              </a:rPr>
              <a:t>21 September 2020</a:t>
            </a:r>
          </a:p>
        </p:txBody>
      </p:sp>
      <p:sp>
        <p:nvSpPr>
          <p:cNvPr id="7" name="text" descr="{&quot;templafy&quot;:{&quot;id&quot;:&quot;abc4c2c4-871f-4c25-92a3-87e4e327aa52&quot;}}" title="Form.PresentationTitle">
            <a:extLst>
              <a:ext uri="{FF2B5EF4-FFF2-40B4-BE49-F238E27FC236}">
                <a16:creationId xmlns:a16="http://schemas.microsoft.com/office/drawing/2014/main" id="{06B09BDB-1C7D-4F8A-8F1B-82D88054A428}"/>
              </a:ext>
            </a:extLst>
          </p:cNvPr>
          <p:cNvSpPr txBox="1"/>
          <p:nvPr userDrawn="1"/>
        </p:nvSpPr>
        <p:spPr>
          <a:xfrm>
            <a:off x="5591149" y="6541200"/>
            <a:ext cx="5495949" cy="3168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r"/>
            <a:endParaRPr lang="en-GB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op bar">
            <a:extLst>
              <a:ext uri="{FF2B5EF4-FFF2-40B4-BE49-F238E27FC236}">
                <a16:creationId xmlns:a16="http://schemas.microsoft.com/office/drawing/2014/main" id="{35912424-89BF-4A93-9096-3282916C71FE}"/>
              </a:ext>
            </a:extLst>
          </p:cNvPr>
          <p:cNvSpPr/>
          <p:nvPr userDrawn="1"/>
        </p:nvSpPr>
        <p:spPr bwMode="auto">
          <a:xfrm>
            <a:off x="0" y="0"/>
            <a:ext cx="12193200" cy="50400"/>
          </a:xfrm>
          <a:prstGeom prst="rect">
            <a:avLst/>
          </a:prstGeom>
          <a:solidFill>
            <a:srgbClr val="990000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0000" tIns="46800" rIns="90000" bIns="4680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ts val="432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 dirty="0" err="1">
              <a:ln>
                <a:noFill/>
              </a:ln>
              <a:solidFill>
                <a:srgbClr val="FFFFFF"/>
              </a:solidFill>
              <a:effectLst/>
              <a:latin typeface="+mn-lt"/>
              <a:ea typeface="ＭＳ Ｐゴシック" pitchFamily="-8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54702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71" r:id="rId2"/>
    <p:sldLayoutId id="2147483664" r:id="rId3"/>
    <p:sldLayoutId id="2147483677" r:id="rId4"/>
    <p:sldLayoutId id="2147483672" r:id="rId5"/>
    <p:sldLayoutId id="2147483673" r:id="rId6"/>
    <p:sldLayoutId id="2147483676" r:id="rId7"/>
    <p:sldLayoutId id="2147483666" r:id="rId8"/>
    <p:sldLayoutId id="2147483667" r:id="rId9"/>
    <p:sldLayoutId id="2147483668" r:id="rId10"/>
    <p:sldLayoutId id="214748366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000" b="1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Verdana" pitchFamily="34" charset="0"/>
          <a:ea typeface="ＭＳ Ｐゴシック" pitchFamily="-80" charset="-128"/>
        </a:defRPr>
      </a:lvl9pPr>
    </p:titleStyle>
    <p:bodyStyle>
      <a:lvl1pPr marL="1980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14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2pPr>
      <a:lvl3pPr marL="615600" indent="-198000" algn="l" rtl="0" eaLnBrk="1" fontAlgn="base" hangingPunct="1">
        <a:spcBef>
          <a:spcPct val="20000"/>
        </a:spcBef>
        <a:spcAft>
          <a:spcPct val="0"/>
        </a:spcAft>
        <a:buChar char="•"/>
        <a:defRPr sz="1800">
          <a:solidFill>
            <a:schemeClr val="tx1"/>
          </a:solidFill>
          <a:latin typeface="+mn-lt"/>
          <a:ea typeface="+mn-ea"/>
        </a:defRPr>
      </a:lvl3pPr>
      <a:lvl4pPr marL="828000" indent="-198000" algn="l" rtl="0" eaLnBrk="1" fontAlgn="base" hangingPunct="1">
        <a:spcBef>
          <a:spcPct val="20000"/>
        </a:spcBef>
        <a:spcAft>
          <a:spcPct val="0"/>
        </a:spcAft>
        <a:buChar char="–"/>
        <a:defRPr sz="1800">
          <a:solidFill>
            <a:schemeClr val="tx1"/>
          </a:solidFill>
          <a:latin typeface="+mn-lt"/>
          <a:ea typeface="+mn-ea"/>
        </a:defRPr>
      </a:lvl4pPr>
      <a:lvl5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5pPr>
      <a:lvl6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6pPr>
      <a:lvl7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7pPr>
      <a:lvl8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8pPr>
      <a:lvl9pPr marL="1026000" indent="-198000" algn="l" rtl="0" eaLnBrk="1" fontAlgn="base" hangingPunct="1">
        <a:spcBef>
          <a:spcPct val="20000"/>
        </a:spcBef>
        <a:spcAft>
          <a:spcPct val="0"/>
        </a:spcAft>
        <a:buChar char="»"/>
        <a:defRPr sz="18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68" userDrawn="1">
          <p15:clr>
            <a:srgbClr val="F26B43"/>
          </p15:clr>
        </p15:guide>
        <p15:guide id="4" orient="horz" pos="881" userDrawn="1">
          <p15:clr>
            <a:srgbClr val="F26B43"/>
          </p15:clr>
        </p15:guide>
        <p15:guide id="5" orient="horz" pos="1074" userDrawn="1">
          <p15:clr>
            <a:srgbClr val="F26B43"/>
          </p15:clr>
        </p15:guide>
        <p15:guide id="6" orient="horz" pos="39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customXml" Target="../../customXml/item6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3.xml"/><Relationship Id="rId1" Type="http://schemas.openxmlformats.org/officeDocument/2006/relationships/customXml" Target="../../customXml/item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customXml" Target="../../customXml/item1.xml"/><Relationship Id="rId1" Type="http://schemas.openxmlformats.org/officeDocument/2006/relationships/customXml" Target="../../customXml/item5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13EF6E-BC23-40A0-80D4-1EBE64DC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1</a:t>
            </a:fld>
            <a:endParaRPr lang="en-GB" dirty="0"/>
          </a:p>
        </p:txBody>
      </p:sp>
    </p:spTree>
    <p:custDataLst>
      <p:custData r:id="rId1"/>
      <p:custData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4358EA-4D5B-461F-997D-DE6729900D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sz="6600" dirty="0"/>
              <a:t>EARTH’S GRAVITY FIELD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88CE6942-A17C-4247-86C6-41FACF7E90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Part A and B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AA221E4-1851-497D-90EE-984C7112166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4C8C45C-947F-4981-8B3F-4F32E973C901}" type="slidenum">
              <a:rPr lang="en-GB" smtClean="0"/>
              <a:pPr/>
              <a:t>2</a:t>
            </a:fld>
            <a:endParaRPr lang="en-GB" dirty="0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20714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EARTH’S GRAVITY FIELD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3</a:t>
            </a:fld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1771564" y="1556792"/>
            <a:ext cx="8644121" cy="163121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432"/>
              </a:spcBef>
            </a:pPr>
            <a:r>
              <a:rPr lang="en-GB" dirty="0">
                <a:latin typeface="+mn-lt"/>
              </a:rPr>
              <a:t>This assignment is concerned with the gravity field of the Earth and modelling of geophysical structures. It addresses </a:t>
            </a:r>
            <a:r>
              <a:rPr lang="en-GB" b="1" dirty="0">
                <a:solidFill>
                  <a:schemeClr val="tx2"/>
                </a:solidFill>
                <a:latin typeface="+mn-lt"/>
              </a:rPr>
              <a:t>chapters 3 and 4 </a:t>
            </a:r>
            <a:r>
              <a:rPr lang="en-GB" dirty="0">
                <a:latin typeface="+mn-lt"/>
              </a:rPr>
              <a:t>in the 3rd edition of “Fundamentals of Geophysics” (corresponding to chapter 2 in the 2nd edition) and is structured into two parts: </a:t>
            </a:r>
          </a:p>
          <a:p>
            <a:pPr>
              <a:spcBef>
                <a:spcPts val="432"/>
              </a:spcBef>
            </a:pPr>
            <a:endParaRPr lang="en-GB" dirty="0">
              <a:latin typeface="+mn-lt"/>
            </a:endParaRPr>
          </a:p>
          <a:p>
            <a:pPr marL="342900" indent="-342900">
              <a:spcBef>
                <a:spcPts val="432"/>
              </a:spcBef>
              <a:buFont typeface="+mj-lt"/>
              <a:buAutoNum type="alphaUcPeriod"/>
            </a:pPr>
            <a:r>
              <a:rPr lang="en-GB" dirty="0">
                <a:latin typeface="+mn-lt"/>
              </a:rPr>
              <a:t>Loading, Manipulating and Gridding of Spatially Distributed Data</a:t>
            </a:r>
          </a:p>
          <a:p>
            <a:pPr marL="342900" indent="-342900">
              <a:spcBef>
                <a:spcPts val="432"/>
              </a:spcBef>
              <a:buFont typeface="+mj-lt"/>
              <a:buAutoNum type="alphaUcPeriod"/>
            </a:pPr>
            <a:r>
              <a:rPr lang="en-GB" dirty="0">
                <a:latin typeface="+mn-lt"/>
              </a:rPr>
              <a:t>Loading, Manipulating and Gridding of Spatially Distributed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0445593"/>
              </p:ext>
            </p:extLst>
          </p:nvPr>
        </p:nvGraphicFramePr>
        <p:xfrm>
          <a:off x="1771564" y="3573016"/>
          <a:ext cx="5199988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9994">
                  <a:extLst>
                    <a:ext uri="{9D8B030D-6E8A-4147-A177-3AD203B41FA5}">
                      <a16:colId xmlns:a16="http://schemas.microsoft.com/office/drawing/2014/main" val="1010109880"/>
                    </a:ext>
                  </a:extLst>
                </a:gridCol>
                <a:gridCol w="2599994">
                  <a:extLst>
                    <a:ext uri="{9D8B030D-6E8A-4147-A177-3AD203B41FA5}">
                      <a16:colId xmlns:a16="http://schemas.microsoft.com/office/drawing/2014/main" val="1770247031"/>
                    </a:ext>
                  </a:extLst>
                </a:gridCol>
              </a:tblGrid>
              <a:tr h="281751">
                <a:tc>
                  <a:txBody>
                    <a:bodyPr/>
                    <a:lstStyle/>
                    <a:p>
                      <a:r>
                        <a:rPr lang="da-DK" dirty="0"/>
                        <a:t>File </a:t>
                      </a:r>
                      <a:r>
                        <a:rPr lang="da-DK" dirty="0" err="1"/>
                        <a:t>name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File 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0364278"/>
                  </a:ext>
                </a:extLst>
              </a:tr>
              <a:tr h="281751">
                <a:tc>
                  <a:txBody>
                    <a:bodyPr/>
                    <a:lstStyle/>
                    <a:p>
                      <a:r>
                        <a:rPr lang="da-DK" dirty="0" err="1"/>
                        <a:t>Add_costline.m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MATLAB script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5602615"/>
                  </a:ext>
                </a:extLst>
              </a:tr>
              <a:tr h="281751">
                <a:tc>
                  <a:txBody>
                    <a:bodyPr/>
                    <a:lstStyle/>
                    <a:p>
                      <a:r>
                        <a:rPr lang="da-DK" dirty="0"/>
                        <a:t>db.dat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ASCII data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2011501"/>
                  </a:ext>
                </a:extLst>
              </a:tr>
              <a:tr h="281751">
                <a:tc>
                  <a:txBody>
                    <a:bodyPr/>
                    <a:lstStyle/>
                    <a:p>
                      <a:r>
                        <a:rPr lang="da-DK" dirty="0" err="1"/>
                        <a:t>Denmark.mat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Coast</a:t>
                      </a:r>
                      <a:r>
                        <a:rPr lang="da-DK" dirty="0"/>
                        <a:t> line</a:t>
                      </a:r>
                      <a:r>
                        <a:rPr lang="da-DK" baseline="0" dirty="0"/>
                        <a:t> file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940062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/>
                        <a:t>Gauss2Dconv_v1.py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Python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function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93417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900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8179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3AB9D89-4678-4B3C-8679-3E429EFB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Python modules</a:t>
            </a:r>
            <a:br>
              <a:rPr lang="en-GB" dirty="0"/>
            </a:br>
            <a:r>
              <a:rPr lang="en-GB" sz="2000" dirty="0" err="1">
                <a:solidFill>
                  <a:schemeClr val="bg1">
                    <a:lumMod val="50000"/>
                  </a:schemeClr>
                </a:solidFill>
              </a:rPr>
              <a:t>Cartopy</a:t>
            </a: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 and </a:t>
            </a:r>
            <a:r>
              <a:rPr lang="en-GB" sz="2000" dirty="0" err="1">
                <a:solidFill>
                  <a:schemeClr val="bg1">
                    <a:lumMod val="50000"/>
                  </a:schemeClr>
                </a:solidFill>
              </a:rPr>
              <a:t>scipy</a:t>
            </a:r>
            <a:endParaRPr lang="en-GB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58" y="1556792"/>
            <a:ext cx="5634752" cy="4545012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8377" r="12988" b="10625"/>
          <a:stretch/>
        </p:blipFill>
        <p:spPr>
          <a:xfrm>
            <a:off x="5974925" y="1340768"/>
            <a:ext cx="6215798" cy="4761036"/>
          </a:xfrm>
          <a:prstGeom prst="rect">
            <a:avLst/>
          </a:prstGeom>
        </p:spPr>
      </p:pic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79638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Part A: </a:t>
            </a:r>
            <a:br>
              <a:rPr lang="da-DK" dirty="0"/>
            </a:b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Loading, Manipulating and Gridding of Spatially Distributed Data</a:t>
            </a:r>
            <a:endParaRPr lang="da-DK" sz="2000" dirty="0">
              <a:solidFill>
                <a:schemeClr val="bg1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da-DK" b="1" dirty="0"/>
                  <a:t>Question 1: </a:t>
                </a:r>
                <a:r>
                  <a:rPr lang="da-DK" b="1" dirty="0" err="1"/>
                  <a:t>Loading</a:t>
                </a:r>
                <a:r>
                  <a:rPr lang="da-DK" b="1" dirty="0"/>
                  <a:t> the Data File</a:t>
                </a:r>
              </a:p>
              <a:p>
                <a:r>
                  <a:rPr lang="en-GB" b="1" dirty="0"/>
                  <a:t>Question 2: From Gravity to Gravity Anomalies </a:t>
                </a:r>
                <a:r>
                  <a:rPr lang="en-GB" b="1" dirty="0">
                    <a:solidFill>
                      <a:schemeClr val="tx2"/>
                    </a:solidFill>
                  </a:rPr>
                  <a:t>(Free-air anomaly)</a:t>
                </a:r>
                <a:endParaRPr lang="en-GB" b="1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𝛾</m:t>
                        </m:r>
                      </m:e>
                      <m:sub>
                        <m: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da-DK" dirty="0"/>
                  <a:t> is normal </a:t>
                </a:r>
                <a:r>
                  <a:rPr lang="da-DK" dirty="0" err="1"/>
                  <a:t>gravity</a:t>
                </a:r>
                <a:r>
                  <a:rPr lang="da-DK" dirty="0"/>
                  <a:t> acceleration, </a:t>
                </a:r>
                <a:r>
                  <a:rPr lang="da-DK" dirty="0" err="1"/>
                  <a:t>which</a:t>
                </a:r>
                <a:r>
                  <a:rPr lang="da-DK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in the </a:t>
                </a:r>
                <a:r>
                  <a:rPr lang="da-DK" dirty="0" err="1"/>
                  <a:t>textbook</a:t>
                </a:r>
                <a:r>
                  <a:rPr lang="da-DK" dirty="0"/>
                  <a:t>.</a:t>
                </a:r>
              </a:p>
              <a:p>
                <a:pPr lvl="1"/>
                <a:r>
                  <a:rPr lang="da-DK" dirty="0" err="1"/>
                  <a:t>You</a:t>
                </a:r>
                <a:r>
                  <a:rPr lang="da-DK" dirty="0"/>
                  <a:t> </a:t>
                </a:r>
                <a:r>
                  <a:rPr lang="da-DK" dirty="0" err="1"/>
                  <a:t>can</a:t>
                </a:r>
                <a:r>
                  <a:rPr lang="da-DK" dirty="0"/>
                  <a:t> </a:t>
                </a:r>
                <a:r>
                  <a:rPr lang="da-DK" dirty="0" err="1"/>
                  <a:t>use</a:t>
                </a:r>
                <a:r>
                  <a:rPr lang="da-DK" dirty="0"/>
                  <a:t> the notation and </a:t>
                </a:r>
                <a:r>
                  <a:rPr lang="da-DK" dirty="0" err="1"/>
                  <a:t>constants</a:t>
                </a:r>
                <a:r>
                  <a:rPr lang="da-DK" dirty="0"/>
                  <a:t> in the </a:t>
                </a:r>
                <a:r>
                  <a:rPr lang="da-DK" dirty="0" err="1"/>
                  <a:t>text</a:t>
                </a:r>
                <a:r>
                  <a:rPr lang="da-DK" dirty="0"/>
                  <a:t>. </a:t>
                </a:r>
                <a:r>
                  <a:rPr lang="da-DK" dirty="0" err="1"/>
                  <a:t>Section</a:t>
                </a:r>
                <a:r>
                  <a:rPr lang="da-DK" dirty="0"/>
                  <a:t> 3.4.4.1 and </a:t>
                </a:r>
                <a:r>
                  <a:rPr lang="da-DK" dirty="0" err="1"/>
                  <a:t>table</a:t>
                </a:r>
                <a:r>
                  <a:rPr lang="da-DK" dirty="0"/>
                  <a:t> 3.1.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Δg</m:t>
                    </m:r>
                  </m:oMath>
                </a14:m>
                <a:r>
                  <a:rPr lang="en-GB" dirty="0"/>
                  <a:t> is the free-air anomaly, </a:t>
                </a:r>
                <a:r>
                  <a:rPr lang="da-DK" dirty="0"/>
                  <a:t>which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a-DK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da-DK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da-DK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F</m:t>
                        </m:r>
                      </m:sub>
                    </m:sSub>
                    <m:r>
                      <a:rPr lang="da-DK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da-DK" dirty="0"/>
                  <a:t>in the </a:t>
                </a:r>
                <a:r>
                  <a:rPr lang="da-DK" dirty="0" err="1"/>
                  <a:t>textbook</a:t>
                </a:r>
                <a:r>
                  <a:rPr lang="da-DK" dirty="0"/>
                  <a:t>. Equation 4.20 in the </a:t>
                </a:r>
                <a:r>
                  <a:rPr lang="da-DK" dirty="0" err="1"/>
                  <a:t>textbook</a:t>
                </a:r>
                <a:r>
                  <a:rPr lang="da-DK" dirty="0"/>
                  <a:t>.</a:t>
                </a:r>
                <a:endParaRPr lang="en-GB" b="1" dirty="0">
                  <a:solidFill>
                    <a:schemeClr val="tx2"/>
                  </a:solidFill>
                </a:endParaRPr>
              </a:p>
              <a:p>
                <a:r>
                  <a:rPr lang="en-GB" b="1" dirty="0"/>
                  <a:t>Question 3: Gridding the Data</a:t>
                </a:r>
              </a:p>
              <a:p>
                <a:pPr lvl="1"/>
                <a:r>
                  <a:rPr lang="en-GB" dirty="0"/>
                  <a:t>Python : “ </a:t>
                </a:r>
                <a:r>
                  <a:rPr lang="en-GB" dirty="0" err="1"/>
                  <a:t>scipy.interpolate.griddata</a:t>
                </a:r>
                <a:r>
                  <a:rPr lang="en-GB" dirty="0"/>
                  <a:t> ”</a:t>
                </a:r>
                <a:endParaRPr lang="en-GB" b="1" dirty="0"/>
              </a:p>
              <a:p>
                <a:r>
                  <a:rPr lang="en-GB" b="1" dirty="0"/>
                  <a:t>Question 4: </a:t>
                </a:r>
                <a:r>
                  <a:rPr lang="en-GB" b="1" dirty="0" err="1"/>
                  <a:t>Bouguer</a:t>
                </a:r>
                <a:r>
                  <a:rPr lang="en-GB" b="1" dirty="0"/>
                  <a:t> Anomalies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74" t="-1743"/>
                </a:stretch>
              </a:blipFill>
            </p:spPr>
            <p:txBody>
              <a:bodyPr/>
              <a:lstStyle/>
              <a:p>
                <a:r>
                  <a:rPr lang="da-D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3130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03EA872-A674-449B-A120-B97244F8E91D}" type="slidenum">
              <a:rPr lang="en-GB" smtClean="0"/>
              <a:pPr/>
              <a:t>6</a:t>
            </a:fld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9350870"/>
                  </p:ext>
                </p:extLst>
              </p:nvPr>
            </p:nvGraphicFramePr>
            <p:xfrm>
              <a:off x="345209" y="1628800"/>
              <a:ext cx="11593840" cy="41436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01525">
                      <a:extLst>
                        <a:ext uri="{9D8B030D-6E8A-4147-A177-3AD203B41FA5}">
                          <a16:colId xmlns:a16="http://schemas.microsoft.com/office/drawing/2014/main" val="2482864330"/>
                        </a:ext>
                      </a:extLst>
                    </a:gridCol>
                    <a:gridCol w="1152128">
                      <a:extLst>
                        <a:ext uri="{9D8B030D-6E8A-4147-A177-3AD203B41FA5}">
                          <a16:colId xmlns:a16="http://schemas.microsoft.com/office/drawing/2014/main" val="1056603086"/>
                        </a:ext>
                      </a:extLst>
                    </a:gridCol>
                    <a:gridCol w="2520280">
                      <a:extLst>
                        <a:ext uri="{9D8B030D-6E8A-4147-A177-3AD203B41FA5}">
                          <a16:colId xmlns:a16="http://schemas.microsoft.com/office/drawing/2014/main" val="1864418669"/>
                        </a:ext>
                      </a:extLst>
                    </a:gridCol>
                    <a:gridCol w="1020754">
                      <a:extLst>
                        <a:ext uri="{9D8B030D-6E8A-4147-A177-3AD203B41FA5}">
                          <a16:colId xmlns:a16="http://schemas.microsoft.com/office/drawing/2014/main" val="1214119587"/>
                        </a:ext>
                      </a:extLst>
                    </a:gridCol>
                    <a:gridCol w="5399153">
                      <a:extLst>
                        <a:ext uri="{9D8B030D-6E8A-4147-A177-3AD203B41FA5}">
                          <a16:colId xmlns:a16="http://schemas.microsoft.com/office/drawing/2014/main" val="3141431068"/>
                        </a:ext>
                      </a:extLst>
                    </a:gridCol>
                  </a:tblGrid>
                  <a:tr h="316324">
                    <a:tc>
                      <a:txBody>
                        <a:bodyPr/>
                        <a:lstStyle/>
                        <a:p>
                          <a:r>
                            <a:rPr lang="da-DK" dirty="0" err="1"/>
                            <a:t>Assignment</a:t>
                          </a:r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dirty="0" err="1"/>
                            <a:t>textbook</a:t>
                          </a:r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dirty="0"/>
                            <a:t>Value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dirty="0"/>
                            <a:t>Unit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noProof="0" dirty="0"/>
                            <a:t>Description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083492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a-DK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a-DK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a-DK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n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>
                              <a:latin typeface="+mn-lt"/>
                            </a:rPr>
                            <a:t>-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a-DK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/>
                            <a:t>Normal </a:t>
                          </a:r>
                          <a:r>
                            <a:rPr lang="da-DK" sz="1400" dirty="0" err="1"/>
                            <a:t>gravity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7986060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a-DK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Δg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a-DK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a-DK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a-DK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F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>
                              <a:latin typeface="+mn-lt"/>
                            </a:rPr>
                            <a:t>-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a-DK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Free-air anomaly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13878756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a-DK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a-DK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a-DK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da-DK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a-DK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a-DK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B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>
                              <a:latin typeface="+mn-lt"/>
                            </a:rPr>
                            <a:t>-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a-DK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/>
                            <a:t>Bouguer</a:t>
                          </a:r>
                          <a:r>
                            <a:rPr lang="da-DK" sz="1400" dirty="0"/>
                            <a:t> </a:t>
                          </a:r>
                          <a:r>
                            <a:rPr lang="da-DK" sz="1400" dirty="0" err="1"/>
                            <a:t>anomaly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75421628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a-DK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a-DK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a-DK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e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>
                              <a:latin typeface="+mn-lt"/>
                            </a:rPr>
                            <a:t>9.780 325 3359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GB" sz="1600" noProof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noProof="0" dirty="0"/>
                            <a:t>Normal gravity on Equator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1189538"/>
                      </a:ext>
                    </a:extLst>
                  </a:tr>
                  <a:tr h="3163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a-DK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𝛾</m:t>
                                    </m:r>
                                  </m:e>
                                  <m:sub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da-DK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g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da-DK" b="0" i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p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>
                              <a:latin typeface="+mn-lt"/>
                            </a:rPr>
                            <a:t>9.832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186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3685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da-DK" sz="1600" b="0" i="1" smtClean="0"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p>
                                  <m:sSupPr>
                                    <m:ctrlP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p>
                                    <m:r>
                                      <a:rPr lang="da-DK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a-DK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/>
                            <a:t>Normal </a:t>
                          </a:r>
                          <a:r>
                            <a:rPr lang="da-DK" sz="1400" dirty="0" err="1"/>
                            <a:t>gravity</a:t>
                          </a:r>
                          <a:r>
                            <a:rPr lang="da-DK" sz="1400" dirty="0"/>
                            <a:t> on </a:t>
                          </a:r>
                          <a:r>
                            <a:rPr lang="da-DK" sz="1400" dirty="0" err="1"/>
                            <a:t>pole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54168868"/>
                      </a:ext>
                    </a:extLst>
                  </a:tr>
                  <a:tr h="316324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>
                              <a:latin typeface="+mn-lt"/>
                            </a:rPr>
                            <a:t>0.001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931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851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353 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sz="1600" i="1" dirty="0" err="1"/>
                            <a:t>Unit</a:t>
                          </a:r>
                          <a:r>
                            <a:rPr lang="da-DK" sz="1600" i="1" baseline="0" dirty="0" err="1"/>
                            <a:t>less</a:t>
                          </a:r>
                          <a:endParaRPr lang="da-DK" sz="1600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a constant related to the “gravity flattening”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5511115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da-DK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>
                              <a:latin typeface="+mn-lt"/>
                            </a:rPr>
                            <a:t>0.006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694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380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022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90 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1600" i="1" dirty="0" err="1"/>
                            <a:t>Unit</a:t>
                          </a:r>
                          <a:r>
                            <a:rPr lang="da-DK" sz="1600" i="1" baseline="0" dirty="0" err="1"/>
                            <a:t>less</a:t>
                          </a:r>
                          <a:endParaRPr lang="da-DK" sz="1600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/>
                            <a:t>The (first) eccentricity squared of the geometrical ellipsoid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8067720"/>
                      </a:ext>
                    </a:extLst>
                  </a:tr>
                  <a:tr h="27432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>
                              <a:latin typeface="+mn-lt"/>
                            </a:rPr>
                            <a:t>6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378</a:t>
                          </a:r>
                          <a:r>
                            <a:rPr lang="da-DK" dirty="0">
                              <a:latin typeface="+mn-lt"/>
                            </a:rPr>
                            <a:t> </a:t>
                          </a:r>
                          <a:r>
                            <a:rPr lang="en-DK" dirty="0">
                              <a:latin typeface="+mn-lt"/>
                            </a:rPr>
                            <a:t>137 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sz="1600" dirty="0"/>
                            <a:t>m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/>
                            <a:t>Ellipsoidal</a:t>
                          </a:r>
                          <a:r>
                            <a:rPr lang="da-DK" sz="1400" dirty="0"/>
                            <a:t> </a:t>
                          </a:r>
                          <a:r>
                            <a:rPr lang="da-DK" sz="1400" dirty="0" err="1"/>
                            <a:t>semi</a:t>
                          </a:r>
                          <a:r>
                            <a:rPr lang="da-DK" sz="1400" dirty="0"/>
                            <a:t>-major axis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8408758"/>
                      </a:ext>
                    </a:extLst>
                  </a:tr>
                  <a:tr h="18288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>
                              <a:latin typeface="+mn-lt"/>
                            </a:rPr>
                            <a:t>0.003 352 810 681 18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1600" i="1" dirty="0" err="1"/>
                            <a:t>Unit</a:t>
                          </a:r>
                          <a:r>
                            <a:rPr lang="da-DK" sz="1600" i="1" baseline="0" dirty="0" err="1"/>
                            <a:t>less</a:t>
                          </a:r>
                          <a:endParaRPr lang="da-DK" sz="1600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/>
                            <a:t>Ellipsoidal</a:t>
                          </a:r>
                          <a:r>
                            <a:rPr lang="da-DK" sz="1400" dirty="0"/>
                            <a:t> </a:t>
                          </a:r>
                          <a:r>
                            <a:rPr lang="da-DK" sz="1400" dirty="0" err="1"/>
                            <a:t>flattening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54646109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da-DK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DK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𝜇</m:t>
                                </m:r>
                              </m:oMath>
                            </m:oMathPara>
                          </a14:m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>
                              <a:latin typeface="+mn-lt"/>
                            </a:rPr>
                            <a:t>1/289.873 010 407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sz="1600" i="1" dirty="0"/>
                            <a:t>?</a:t>
                          </a: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/>
                            <a:t>Equatorial</a:t>
                          </a:r>
                          <a:r>
                            <a:rPr lang="da-DK" sz="1400" baseline="0" dirty="0"/>
                            <a:t> acceleration ratio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221365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9350870"/>
                  </p:ext>
                </p:extLst>
              </p:nvPr>
            </p:nvGraphicFramePr>
            <p:xfrm>
              <a:off x="345209" y="1628800"/>
              <a:ext cx="11593840" cy="4143640"/>
            </p:xfrm>
            <a:graphic>
              <a:graphicData uri="http://schemas.openxmlformats.org/drawingml/2006/table">
                <a:tbl>
                  <a:tblPr firstRow="1" bandRow="1">
                    <a:tableStyleId>{073A0DAA-6AF3-43AB-8588-CEC1D06C72B9}</a:tableStyleId>
                  </a:tblPr>
                  <a:tblGrid>
                    <a:gridCol w="1501525">
                      <a:extLst>
                        <a:ext uri="{9D8B030D-6E8A-4147-A177-3AD203B41FA5}">
                          <a16:colId xmlns:a16="http://schemas.microsoft.com/office/drawing/2014/main" val="2482864330"/>
                        </a:ext>
                      </a:extLst>
                    </a:gridCol>
                    <a:gridCol w="1152128">
                      <a:extLst>
                        <a:ext uri="{9D8B030D-6E8A-4147-A177-3AD203B41FA5}">
                          <a16:colId xmlns:a16="http://schemas.microsoft.com/office/drawing/2014/main" val="1056603086"/>
                        </a:ext>
                      </a:extLst>
                    </a:gridCol>
                    <a:gridCol w="2520280">
                      <a:extLst>
                        <a:ext uri="{9D8B030D-6E8A-4147-A177-3AD203B41FA5}">
                          <a16:colId xmlns:a16="http://schemas.microsoft.com/office/drawing/2014/main" val="1864418669"/>
                        </a:ext>
                      </a:extLst>
                    </a:gridCol>
                    <a:gridCol w="1020754">
                      <a:extLst>
                        <a:ext uri="{9D8B030D-6E8A-4147-A177-3AD203B41FA5}">
                          <a16:colId xmlns:a16="http://schemas.microsoft.com/office/drawing/2014/main" val="1214119587"/>
                        </a:ext>
                      </a:extLst>
                    </a:gridCol>
                    <a:gridCol w="5399153">
                      <a:extLst>
                        <a:ext uri="{9D8B030D-6E8A-4147-A177-3AD203B41FA5}">
                          <a16:colId xmlns:a16="http://schemas.microsoft.com/office/drawing/2014/main" val="314143106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lang="da-DK" dirty="0" err="1" smtClean="0"/>
                            <a:t>Assignment</a:t>
                          </a:r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dirty="0" err="1" smtClean="0"/>
                            <a:t>textbook</a:t>
                          </a:r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dirty="0" smtClean="0"/>
                            <a:t>Value</a:t>
                          </a:r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dirty="0" smtClean="0"/>
                            <a:t>Unit</a:t>
                          </a:r>
                          <a:endParaRPr lang="da-DK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noProof="0" dirty="0" smtClean="0"/>
                            <a:t>Description</a:t>
                          </a:r>
                          <a:endParaRPr lang="en-GB" noProof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083492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1563" r="-673577" b="-8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101563" r="-772105" b="-8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 smtClean="0">
                              <a:latin typeface="+mn-lt"/>
                            </a:rPr>
                            <a:t>-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357" t="-101563" r="-527381" b="-8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smtClean="0"/>
                            <a:t>Normal </a:t>
                          </a:r>
                          <a:r>
                            <a:rPr lang="da-DK" sz="1400" dirty="0" err="1" smtClean="0"/>
                            <a:t>gravity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381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057986060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1563" r="-673577" b="-7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201563" r="-772105" b="-7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 smtClean="0">
                              <a:latin typeface="+mn-lt"/>
                            </a:rPr>
                            <a:t>-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357" t="-201563" r="-527381" b="-7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 smtClean="0"/>
                            <a:t>Free-air anomaly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313878756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301563" r="-673577" b="-6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301563" r="-772105" b="-6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 smtClean="0">
                              <a:latin typeface="+mn-lt"/>
                            </a:rPr>
                            <a:t>-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357" t="-301563" r="-527381" b="-6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 smtClean="0"/>
                            <a:t>Bouguer</a:t>
                          </a:r>
                          <a:r>
                            <a:rPr lang="da-DK" sz="1400" dirty="0" smtClean="0"/>
                            <a:t> </a:t>
                          </a:r>
                          <a:r>
                            <a:rPr lang="da-DK" sz="1400" dirty="0" err="1" smtClean="0"/>
                            <a:t>anomaly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75421628"/>
                      </a:ext>
                    </a:extLst>
                  </a:tr>
                  <a:tr h="389718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01563" r="-673577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401563" r="-772105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 smtClean="0">
                              <a:latin typeface="+mn-lt"/>
                            </a:rPr>
                            <a:t>9.780 325 3359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357" t="-401563" r="-527381" b="-5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noProof="0" dirty="0" smtClean="0"/>
                            <a:t>Normal gravity on Equator</a:t>
                          </a:r>
                          <a:endParaRPr lang="en-GB" sz="1400" noProof="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71189538"/>
                      </a:ext>
                    </a:extLst>
                  </a:tr>
                  <a:tr h="390208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501563" r="-673577" b="-4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501563" r="-772105" b="-4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 smtClean="0">
                              <a:latin typeface="+mn-lt"/>
                            </a:rPr>
                            <a:t>9.832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186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3685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5357" t="-501563" r="-527381" b="-493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smtClean="0"/>
                            <a:t>Normal </a:t>
                          </a:r>
                          <a:r>
                            <a:rPr lang="da-DK" sz="1400" dirty="0" err="1" smtClean="0"/>
                            <a:t>gravity</a:t>
                          </a:r>
                          <a:r>
                            <a:rPr lang="da-DK" sz="1400" dirty="0" smtClean="0"/>
                            <a:t> on </a:t>
                          </a:r>
                          <a:r>
                            <a:rPr lang="da-DK" sz="1400" dirty="0" err="1" smtClean="0"/>
                            <a:t>pole</a:t>
                          </a:r>
                          <a:endParaRPr lang="da-DK" sz="1400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85416886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641667" r="-673577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641667" r="-772105" b="-4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 smtClean="0">
                              <a:latin typeface="+mn-lt"/>
                            </a:rPr>
                            <a:t>0.001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931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851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353 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sz="1600" i="1" dirty="0" err="1" smtClean="0"/>
                            <a:t>Unit</a:t>
                          </a:r>
                          <a:r>
                            <a:rPr lang="da-DK" sz="1600" i="1" baseline="0" dirty="0" err="1" smtClean="0"/>
                            <a:t>less</a:t>
                          </a:r>
                          <a:endParaRPr lang="da-DK" sz="1600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 smtClean="0"/>
                            <a:t>a constant related to the “gravity flattening”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85511115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741667" r="-673577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741667" r="-772105" b="-3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 smtClean="0">
                              <a:latin typeface="+mn-lt"/>
                            </a:rPr>
                            <a:t>0.006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694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380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022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90 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1600" i="1" dirty="0" err="1" smtClean="0"/>
                            <a:t>Unit</a:t>
                          </a:r>
                          <a:r>
                            <a:rPr lang="da-DK" sz="1600" i="1" baseline="0" dirty="0" err="1" smtClean="0"/>
                            <a:t>less</a:t>
                          </a:r>
                          <a:endParaRPr lang="da-DK" sz="1600" i="1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GB" sz="1400" dirty="0" smtClean="0"/>
                            <a:t>The (first) eccentricity squared of the geometrical ellipsoid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70806772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841667" r="-673577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841667" r="-772105" b="-2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 smtClean="0">
                              <a:latin typeface="+mn-lt"/>
                            </a:rPr>
                            <a:t>6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378</a:t>
                          </a:r>
                          <a:r>
                            <a:rPr lang="da-DK" dirty="0" smtClean="0">
                              <a:latin typeface="+mn-lt"/>
                            </a:rPr>
                            <a:t> </a:t>
                          </a:r>
                          <a:r>
                            <a:rPr lang="en-DK" dirty="0" smtClean="0">
                              <a:latin typeface="+mn-lt"/>
                            </a:rPr>
                            <a:t>137 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sz="1600" dirty="0" smtClean="0"/>
                            <a:t>m</a:t>
                          </a:r>
                          <a:endParaRPr lang="da-DK" sz="16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 smtClean="0"/>
                            <a:t>Ellipsoidal</a:t>
                          </a:r>
                          <a:r>
                            <a:rPr lang="da-DK" sz="1400" dirty="0" smtClean="0"/>
                            <a:t> </a:t>
                          </a:r>
                          <a:r>
                            <a:rPr lang="da-DK" sz="1400" dirty="0" err="1" smtClean="0"/>
                            <a:t>semi</a:t>
                          </a:r>
                          <a:r>
                            <a:rPr lang="da-DK" sz="1400" dirty="0" smtClean="0"/>
                            <a:t>-major axis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99840875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941667" r="-673577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941667" r="-772105" b="-1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DK" dirty="0" smtClean="0">
                              <a:latin typeface="+mn-lt"/>
                            </a:rPr>
                            <a:t>0.003 352 810 681 18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da-DK" sz="1600" i="1" dirty="0" err="1" smtClean="0"/>
                            <a:t>Unit</a:t>
                          </a:r>
                          <a:r>
                            <a:rPr lang="da-DK" sz="1600" i="1" baseline="0" dirty="0" err="1" smtClean="0"/>
                            <a:t>less</a:t>
                          </a:r>
                          <a:endParaRPr lang="da-DK" sz="1600" i="1" dirty="0" smtClean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 smtClean="0"/>
                            <a:t>Ellipsoidal</a:t>
                          </a:r>
                          <a:r>
                            <a:rPr lang="da-DK" sz="1400" dirty="0" smtClean="0"/>
                            <a:t> </a:t>
                          </a:r>
                          <a:r>
                            <a:rPr lang="da-DK" sz="1400" dirty="0" err="1" smtClean="0"/>
                            <a:t>flattening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454646109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1041667" r="-673577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da-DK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9474" t="-1041667" r="-772105" b="-2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dirty="0" smtClean="0">
                              <a:latin typeface="+mn-lt"/>
                            </a:rPr>
                            <a:t>1/289.873 010 407</a:t>
                          </a:r>
                          <a:endParaRPr lang="da-DK" dirty="0">
                            <a:latin typeface="+mn-lt"/>
                          </a:endParaRPr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da-DK" sz="1600" i="1" dirty="0" smtClean="0"/>
                            <a:t>?</a:t>
                          </a:r>
                          <a:endParaRPr lang="da-DK" sz="1600" i="1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da-DK" sz="1400" dirty="0" err="1" smtClean="0"/>
                            <a:t>Equatorial</a:t>
                          </a:r>
                          <a:r>
                            <a:rPr lang="da-DK" sz="1400" baseline="0" dirty="0" smtClean="0"/>
                            <a:t> acceleration ratio</a:t>
                          </a:r>
                          <a:endParaRPr lang="da-DK" sz="1400" dirty="0"/>
                        </a:p>
                      </a:txBody>
                      <a:tcPr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221365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1774726" y="426127"/>
            <a:ext cx="9312374" cy="972716"/>
          </a:xfrm>
        </p:spPr>
        <p:txBody>
          <a:bodyPr/>
          <a:lstStyle/>
          <a:p>
            <a:r>
              <a:rPr lang="da-DK" dirty="0"/>
              <a:t>Part A: </a:t>
            </a:r>
            <a:br>
              <a:rPr lang="da-DK" dirty="0"/>
            </a:br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Parameters</a:t>
            </a:r>
            <a:endParaRPr lang="da-DK" sz="2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89092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DNEW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0"/>
</p:tagLst>
</file>

<file path=ppt/theme/theme1.xml><?xml version="1.0" encoding="utf-8"?>
<a:theme xmlns:a="http://schemas.openxmlformats.org/drawingml/2006/main" name="Blank">
  <a:themeElements>
    <a:clrScheme name="DTU">
      <a:dk1>
        <a:srgbClr val="000000"/>
      </a:dk1>
      <a:lt1>
        <a:srgbClr val="FFFFFF"/>
      </a:lt1>
      <a:dk2>
        <a:srgbClr val="990000"/>
      </a:dk2>
      <a:lt2>
        <a:srgbClr val="79238E"/>
      </a:lt2>
      <a:accent1>
        <a:srgbClr val="990000"/>
      </a:accent1>
      <a:accent2>
        <a:srgbClr val="2F3EEA"/>
      </a:accent2>
      <a:accent3>
        <a:srgbClr val="1FD082"/>
      </a:accent3>
      <a:accent4>
        <a:srgbClr val="171748"/>
      </a:accent4>
      <a:accent5>
        <a:srgbClr val="F6D04D"/>
      </a:accent5>
      <a:accent6>
        <a:srgbClr val="FC7634"/>
      </a:accent6>
      <a:hlink>
        <a:srgbClr val="2F3EEA"/>
      </a:hlink>
      <a:folHlink>
        <a:srgbClr val="990000"/>
      </a:folHlink>
    </a:clrScheme>
    <a:fontScheme name="DTU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accent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0000" tIns="46800" rIns="90000" bIns="46800" numCol="1" rtlCol="0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ts val="432"/>
          </a:spcBef>
          <a:spcAft>
            <a:spcPct val="0"/>
          </a:spcAft>
          <a:buClrTx/>
          <a:buSzTx/>
          <a:buFontTx/>
          <a:buNone/>
          <a:tabLst/>
          <a:defRPr kumimoji="0" sz="1600" b="0" i="0" u="none" strike="noStrike" cap="none" normalizeH="0" baseline="0" dirty="0" err="1" smtClean="0">
            <a:ln>
              <a:noFill/>
            </a:ln>
            <a:solidFill>
              <a:srgbClr val="FFFFFF"/>
            </a:solidFill>
            <a:effectLst/>
            <a:latin typeface="+mn-lt"/>
            <a:ea typeface="ＭＳ Ｐゴシック" pitchFamily="-80" charset="-128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432"/>
          </a:spcBef>
          <a:defRPr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 DTU Template.potx" id="{DCBB0D47-5BC6-435C-9126-D3D343B0B928}" vid="{2DC669D5-2566-4482-AB47-A5699F5A4350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item1.xml><?xml version="1.0" encoding="utf-8"?>
<TemplafySlideTemplateConfiguration><![CDATA[{"documentContentValidatorConfiguration":{"enableDocumentContentValidator":false,"documentContentValidatorVersion":0},"elementsMetadata":[],"slideId":"636957680393408391","enableDocumentContentUpdater":true,"version":"1.2"}]]></TemplafySlideTemplateConfiguration>
</file>

<file path=customXml/item2.xml><?xml version="1.0" encoding="utf-8"?>
<TemplafyTemplateConfiguration><![CDATA[{"elementsMetadata":[{"type":"shape","id":"78bd2efa-64cf-46a0-a07c-0d608a77886b","elementConfiguration":{"binding":"UserProfile.Offices.Workarea_{{DocumentLanguage}}","disableUpdates":false,"type":"text"}},{"type":"shape","id":"17c8e3c3-9447-4c59-8ebc-7cb1bfc43ba6","elementConfiguration":{"format":"{{DateFormats.GeneralDate}}","binding":"Form.Date","disableUpdates":false,"type":"date"}},{"type":"shape","id":"abc4c2c4-871f-4c25-92a3-87e4e327aa52","elementConfiguration":{"binding":"Form.PresentationTitle","disableUpdates":false,"type":"text"}}],"transformationConfigurations":[{"language":"{{DocumentLanguage}}","disableUpdates":false,"type":"proofingLanguage"}],"templateName":"DTU Template 16_9 - Corporate red","templateDescription":"","enableDocumentContentUpdater":true,"version":"1.2"}]]></TemplafyTemplateConfiguration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FormConfiguration><![CDATA[{"formFields":[{"required":false,"type":"datePicker","name":"Date","label":"Date","helpTexts":{"prefix":"","postfix":""},"spacing":{},"fullyQualifiedName":"Date"},{"required":false,"placeholder":"","lines":0,"type":"textBox","name":"PresentationTitle","label":"Presentation title","helpTexts":{"prefix":"","postfix":""},"spacing":{},"fullyQualifiedName":"PresentationTitle"}],"formDataEntries":[{"name":"Date","value":"/ZrxKS0R5+LPxZfhWm6kAQ=="}]}]]></TemplafyFormConfiguration>
</file>

<file path=customXml/item5.xml><?xml version="1.0" encoding="utf-8"?>
<TemplafySlideFormConfiguration><![CDATA[{"formFields":[],"formDataEntries":[]}]]></TemplafySlideFormConfiguration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documentContentValidatorConfiguration":{"enableDocumentContentValidator":false,"documentContentValidatorVersion":0},"elementsMetadata":[],"slideId":"636957680393408390","enableDocumentContentUpdater":true,"version":"1.2"}]]></TemplafySlideTemplateConfiguration>
</file>

<file path=customXml/item8.xml><?xml version="1.0" encoding="utf-8"?>
<TemplafySlideTemplateConfiguration><![CDATA[{"documentContentValidatorConfiguration":{"enableDocumentContentValidator":false,"documentContentValidatorVersion":0},"elementsMetadata":[],"slideId":"636957680393236694","enableDocumentContentUpdater":true,"version":"1.2"}]]></TemplafySlideTemplateConfiguration>
</file>

<file path=customXml/itemProps1.xml><?xml version="1.0" encoding="utf-8"?>
<ds:datastoreItem xmlns:ds="http://schemas.openxmlformats.org/officeDocument/2006/customXml" ds:itemID="{CA9FC985-930B-40D4-827F-9FAC5D35EA8C}">
  <ds:schemaRefs/>
</ds:datastoreItem>
</file>

<file path=customXml/itemProps2.xml><?xml version="1.0" encoding="utf-8"?>
<ds:datastoreItem xmlns:ds="http://schemas.openxmlformats.org/officeDocument/2006/customXml" ds:itemID="{1334258C-C3E7-4029-A615-C886A240FB15}">
  <ds:schemaRefs/>
</ds:datastoreItem>
</file>

<file path=customXml/itemProps3.xml><?xml version="1.0" encoding="utf-8"?>
<ds:datastoreItem xmlns:ds="http://schemas.openxmlformats.org/officeDocument/2006/customXml" ds:itemID="{1680B9DC-2D51-4402-BB2C-B8DE0C5AC522}">
  <ds:schemaRefs/>
</ds:datastoreItem>
</file>

<file path=customXml/itemProps4.xml><?xml version="1.0" encoding="utf-8"?>
<ds:datastoreItem xmlns:ds="http://schemas.openxmlformats.org/officeDocument/2006/customXml" ds:itemID="{43763224-B85A-4B53-A86A-261D26A71C30}">
  <ds:schemaRefs/>
</ds:datastoreItem>
</file>

<file path=customXml/itemProps5.xml><?xml version="1.0" encoding="utf-8"?>
<ds:datastoreItem xmlns:ds="http://schemas.openxmlformats.org/officeDocument/2006/customXml" ds:itemID="{5DEE4BEE-00BA-4E32-BD26-AF535B50AC95}">
  <ds:schemaRefs/>
</ds:datastoreItem>
</file>

<file path=customXml/itemProps6.xml><?xml version="1.0" encoding="utf-8"?>
<ds:datastoreItem xmlns:ds="http://schemas.openxmlformats.org/officeDocument/2006/customXml" ds:itemID="{9587AFF5-BFB0-40A3-85CA-ADEED7540807}">
  <ds:schemaRefs/>
</ds:datastoreItem>
</file>

<file path=customXml/itemProps7.xml><?xml version="1.0" encoding="utf-8"?>
<ds:datastoreItem xmlns:ds="http://schemas.openxmlformats.org/officeDocument/2006/customXml" ds:itemID="{6B8AD017-B053-4E30-93B9-B28A44CEC3A4}">
  <ds:schemaRefs/>
</ds:datastoreItem>
</file>

<file path=customXml/itemProps8.xml><?xml version="1.0" encoding="utf-8"?>
<ds:datastoreItem xmlns:ds="http://schemas.openxmlformats.org/officeDocument/2006/customXml" ds:itemID="{D27AE696-61B6-4B19-9CED-6F2A3F244FE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1 DTU Template</Template>
  <TotalTime>1510</TotalTime>
  <Words>346</Words>
  <Application>Microsoft Macintosh PowerPoint</Application>
  <PresentationFormat>Custom</PresentationFormat>
  <Paragraphs>90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Cambria Math</vt:lpstr>
      <vt:lpstr>Verdana</vt:lpstr>
      <vt:lpstr>Blank</vt:lpstr>
      <vt:lpstr>PowerPoint Presentation</vt:lpstr>
      <vt:lpstr>EARTH’S GRAVITY FIELD</vt:lpstr>
      <vt:lpstr>EARTH’S GRAVITY FIELD</vt:lpstr>
      <vt:lpstr>Python modules Cartopy and scipy</vt:lpstr>
      <vt:lpstr>Part A:  Loading, Manipulating and Gridding of Spatially Distributed Data</vt:lpstr>
      <vt:lpstr>Part A:  Parameters</vt:lpstr>
    </vt:vector>
  </TitlesOfParts>
  <Company>DTU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DTU</dc:creator>
  <cp:lastModifiedBy>Thorkild Maack Rasmussen</cp:lastModifiedBy>
  <cp:revision>97</cp:revision>
  <dcterms:created xsi:type="dcterms:W3CDTF">2017-07-31T08:31:56Z</dcterms:created>
  <dcterms:modified xsi:type="dcterms:W3CDTF">2025-11-05T07:09:57Z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dIsCodeFreeTemplate">
    <vt:lpwstr>True</vt:lpwstr>
  </property>
  <property fmtid="{D5CDD505-2E9C-101B-9397-08002B2CF9AE}" pid="3" name="TemplafyTenantId">
    <vt:lpwstr>dtu</vt:lpwstr>
  </property>
  <property fmtid="{D5CDD505-2E9C-101B-9397-08002B2CF9AE}" pid="4" name="TemplafyTemplateId">
    <vt:lpwstr>636784030496976655</vt:lpwstr>
  </property>
  <property fmtid="{D5CDD505-2E9C-101B-9397-08002B2CF9AE}" pid="5" name="TemplafyUserProfileId">
    <vt:lpwstr>636800293600459996</vt:lpwstr>
  </property>
  <property fmtid="{D5CDD505-2E9C-101B-9397-08002B2CF9AE}" pid="6" name="TemplafyLanguageCode">
    <vt:lpwstr>en-GB</vt:lpwstr>
  </property>
</Properties>
</file>